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4" name="Google Shape;9;p2"/>
          <p:cNvPicPr/>
          <p:nvPr/>
        </p:nvPicPr>
        <p:blipFill>
          <a:blip r:embed="rId2"/>
          <a:stretch>
            <a:fillRect/>
          </a:stretch>
        </p:blipFill>
        <p:spPr>
          <a:xfrm>
            <a:off x="0" y="360"/>
            <a:ext cx="9143640" cy="5142600"/>
          </a:xfrm>
          <a:prstGeom prst="rect">
            <a:avLst/>
          </a:prstGeom>
          <a:noFill/>
          <a:ln w="0">
            <a:noFill/>
          </a:ln>
        </p:spPr>
      </p:pic>
      <p:sp>
        <p:nvSpPr>
          <p:cNvPr id="2" name="PlaceHolder 1"/>
          <p:cNvSpPr>
            <a:spLocks noGrp="1"/>
          </p:cNvSpPr>
          <p:nvPr>
            <p:ph type="title" hasCustomPrompt="1"/>
          </p:nvPr>
        </p:nvSpPr>
        <p:spPr>
          <a:xfrm>
            <a:off x="228600" y="771480"/>
            <a:ext cx="6379200" cy="296496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panose="020B0604020202020204"/>
              </a:rPr>
              <a:t>Click to edit the title text format</a:t>
            </a:r>
          </a:p>
        </p:txBody>
      </p:sp>
      <p:sp>
        <p:nvSpPr>
          <p:cNvPr id="3"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lstStyle/>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3" name="Google Shape;55;p11"/>
          <p:cNvPicPr/>
          <p:nvPr/>
        </p:nvPicPr>
        <p:blipFill>
          <a:blip r:embed="rId2"/>
          <a:stretch>
            <a:fillRect/>
          </a:stretch>
        </p:blipFill>
        <p:spPr>
          <a:xfrm>
            <a:off x="0" y="360"/>
            <a:ext cx="9143640" cy="5142600"/>
          </a:xfrm>
          <a:prstGeom prst="rect">
            <a:avLst/>
          </a:prstGeom>
          <a:noFill/>
          <a:ln w="0">
            <a:noFill/>
          </a:ln>
        </p:spPr>
      </p:pic>
      <p:sp>
        <p:nvSpPr>
          <p:cNvPr id="4" name="PlaceHolder 1"/>
          <p:cNvSpPr>
            <a:spLocks noGrp="1"/>
          </p:cNvSpPr>
          <p:nvPr>
            <p:ph type="title" hasCustomPrompt="1"/>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accent1"/>
                </a:solidFill>
                <a:effectLst/>
                <a:uFillTx/>
                <a:latin typeface="Xanh Mono"/>
                <a:ea typeface="Xanh Mono"/>
              </a:rPr>
              <a:t>xx%</a:t>
            </a:r>
            <a:endParaRPr lang="fr-FR" sz="6000" b="0" u="none" strike="noStrike">
              <a:solidFill>
                <a:schemeClr val="dk1"/>
              </a:solidFill>
              <a:effectLst/>
              <a:uFillTx/>
              <a:latin typeface="Arial" panose="020B0604020202020204"/>
            </a:endParaRPr>
          </a:p>
        </p:txBody>
      </p:sp>
      <p:cxnSp>
        <p:nvCxnSpPr>
          <p:cNvPr id="5" name="Google Shape;58;p11"/>
          <p:cNvCxnSpPr/>
          <p:nvPr/>
        </p:nvCxnSpPr>
        <p:spPr>
          <a:xfrm flipH="1">
            <a:off x="229680" y="399240"/>
            <a:ext cx="8687880" cy="360"/>
          </a:xfrm>
          <a:prstGeom prst="straightConnector1">
            <a:avLst/>
          </a:prstGeom>
          <a:ln w="9525">
            <a:solidFill>
              <a:srgbClr val="FFFFFF"/>
            </a:solidFill>
            <a:roun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dk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6" name="Google Shape;61;p13"/>
          <p:cNvPicPr/>
          <p:nvPr/>
        </p:nvPicPr>
        <p:blipFill>
          <a:blip r:embed="rId2"/>
          <a:stretch>
            <a:fillRect/>
          </a:stretch>
        </p:blipFill>
        <p:spPr>
          <a:xfrm>
            <a:off x="0" y="360"/>
            <a:ext cx="9143640" cy="5142600"/>
          </a:xfrm>
          <a:prstGeom prst="rect">
            <a:avLst/>
          </a:prstGeom>
          <a:noFill/>
          <a:ln w="0">
            <a:noFill/>
          </a:ln>
        </p:spPr>
      </p:pic>
      <p:cxnSp>
        <p:nvCxnSpPr>
          <p:cNvPr id="7" name="Google Shape;62;p13"/>
          <p:cNvCxnSpPr/>
          <p:nvPr/>
        </p:nvCxnSpPr>
        <p:spPr>
          <a:xfrm flipH="1">
            <a:off x="229680" y="399240"/>
            <a:ext cx="8687880" cy="360"/>
          </a:xfrm>
          <a:prstGeom prst="straightConnector1">
            <a:avLst/>
          </a:prstGeom>
          <a:ln w="9525">
            <a:solidFill>
              <a:srgbClr val="FFFFFF"/>
            </a:solidFill>
            <a:round/>
          </a:ln>
        </p:spPr>
      </p:cxnSp>
      <p:sp>
        <p:nvSpPr>
          <p:cNvPr id="8" name="PlaceHolder 1"/>
          <p:cNvSpPr>
            <a:spLocks noGrp="1"/>
          </p:cNvSpPr>
          <p:nvPr>
            <p:ph type="title" hasCustomPrompt="1"/>
          </p:nvPr>
        </p:nvSpPr>
        <p:spPr>
          <a:xfrm>
            <a:off x="228600" y="399240"/>
            <a:ext cx="3280320" cy="2804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
        <p:nvSpPr>
          <p:cNvPr id="9" name="PlaceHolder 2"/>
          <p:cNvSpPr>
            <a:spLocks noGrp="1"/>
          </p:cNvSpPr>
          <p:nvPr>
            <p:ph type="title" hasCustomPrompt="1"/>
          </p:nvPr>
        </p:nvSpPr>
        <p:spPr>
          <a:xfrm>
            <a:off x="4074840" y="223704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accent2"/>
                </a:solidFill>
                <a:effectLst/>
                <a:uFillTx/>
                <a:latin typeface="Xanh Mono"/>
                <a:ea typeface="Xanh Mono"/>
              </a:rPr>
              <a:t>xx%</a:t>
            </a:r>
            <a:endParaRPr lang="fr-FR" sz="2000" b="0" u="none" strike="noStrike">
              <a:solidFill>
                <a:schemeClr val="dk1"/>
              </a:solidFill>
              <a:effectLst/>
              <a:uFillTx/>
              <a:latin typeface="Arial" panose="020B0604020202020204"/>
            </a:endParaRPr>
          </a:p>
        </p:txBody>
      </p:sp>
      <p:sp>
        <p:nvSpPr>
          <p:cNvPr id="10" name="PlaceHolder 3"/>
          <p:cNvSpPr>
            <a:spLocks noGrp="1"/>
          </p:cNvSpPr>
          <p:nvPr>
            <p:ph type="title" hasCustomPrompt="1"/>
          </p:nvPr>
        </p:nvSpPr>
        <p:spPr>
          <a:xfrm>
            <a:off x="4592880" y="121572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accent2"/>
                </a:solidFill>
                <a:effectLst/>
                <a:uFillTx/>
                <a:latin typeface="Xanh Mono"/>
                <a:ea typeface="Xanh Mono"/>
              </a:rPr>
              <a:t>xx%</a:t>
            </a:r>
            <a:endParaRPr lang="fr-FR" sz="2000" b="0" u="none" strike="noStrike">
              <a:solidFill>
                <a:schemeClr val="dk1"/>
              </a:solidFill>
              <a:effectLst/>
              <a:uFillTx/>
              <a:latin typeface="Arial" panose="020B0604020202020204"/>
            </a:endParaRPr>
          </a:p>
        </p:txBody>
      </p:sp>
      <p:sp>
        <p:nvSpPr>
          <p:cNvPr id="11" name="PlaceHolder 4"/>
          <p:cNvSpPr>
            <a:spLocks noGrp="1"/>
          </p:cNvSpPr>
          <p:nvPr>
            <p:ph type="title" hasCustomPrompt="1"/>
          </p:nvPr>
        </p:nvSpPr>
        <p:spPr>
          <a:xfrm>
            <a:off x="4074840" y="27478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accent2"/>
                </a:solidFill>
                <a:effectLst/>
                <a:uFillTx/>
                <a:latin typeface="Xanh Mono"/>
                <a:ea typeface="Xanh Mono"/>
              </a:rPr>
              <a:t>xx%</a:t>
            </a:r>
            <a:endParaRPr lang="fr-FR" sz="2000" b="0" u="none" strike="noStrike">
              <a:solidFill>
                <a:schemeClr val="dk1"/>
              </a:solidFill>
              <a:effectLst/>
              <a:uFillTx/>
              <a:latin typeface="Arial" panose="020B0604020202020204"/>
            </a:endParaRPr>
          </a:p>
        </p:txBody>
      </p:sp>
      <p:sp>
        <p:nvSpPr>
          <p:cNvPr id="12" name="PlaceHolder 5"/>
          <p:cNvSpPr>
            <a:spLocks noGrp="1"/>
          </p:cNvSpPr>
          <p:nvPr>
            <p:ph type="title" hasCustomPrompt="1"/>
          </p:nvPr>
        </p:nvSpPr>
        <p:spPr>
          <a:xfrm>
            <a:off x="4592880" y="325836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accent2"/>
                </a:solidFill>
                <a:effectLst/>
                <a:uFillTx/>
                <a:latin typeface="Xanh Mono"/>
                <a:ea typeface="Xanh Mono"/>
              </a:rPr>
              <a:t>xx%</a:t>
            </a:r>
            <a:endParaRPr lang="fr-FR" sz="2000" b="0" u="none" strike="noStrike">
              <a:solidFill>
                <a:schemeClr val="dk1"/>
              </a:solidFill>
              <a:effectLst/>
              <a:uFillTx/>
              <a:latin typeface="Arial" panose="020B0604020202020204"/>
            </a:endParaRPr>
          </a:p>
        </p:txBody>
      </p:sp>
      <p:sp>
        <p:nvSpPr>
          <p:cNvPr id="13" name="PlaceHolder 6"/>
          <p:cNvSpPr>
            <a:spLocks noGrp="1"/>
          </p:cNvSpPr>
          <p:nvPr>
            <p:ph type="title" hasCustomPrompt="1"/>
          </p:nvPr>
        </p:nvSpPr>
        <p:spPr>
          <a:xfrm>
            <a:off x="4074840" y="70524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accent2"/>
                </a:solidFill>
                <a:effectLst/>
                <a:uFillTx/>
                <a:latin typeface="Xanh Mono"/>
                <a:ea typeface="Xanh Mono"/>
              </a:rPr>
              <a:t>xx%</a:t>
            </a:r>
            <a:endParaRPr lang="fr-FR" sz="2000" b="0" u="none" strike="noStrike">
              <a:solidFill>
                <a:schemeClr val="dk1"/>
              </a:solidFill>
              <a:effectLst/>
              <a:uFillTx/>
              <a:latin typeface="Arial" panose="020B0604020202020204"/>
            </a:endParaRPr>
          </a:p>
        </p:txBody>
      </p:sp>
      <p:sp>
        <p:nvSpPr>
          <p:cNvPr id="14" name="PlaceHolder 7"/>
          <p:cNvSpPr>
            <a:spLocks noGrp="1"/>
          </p:cNvSpPr>
          <p:nvPr>
            <p:ph type="title" hasCustomPrompt="1"/>
          </p:nvPr>
        </p:nvSpPr>
        <p:spPr>
          <a:xfrm>
            <a:off x="4592880" y="172656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accent2"/>
                </a:solidFill>
                <a:effectLst/>
                <a:uFillTx/>
                <a:latin typeface="Xanh Mono"/>
                <a:ea typeface="Xanh Mono"/>
              </a:rPr>
              <a:t>xx%</a:t>
            </a:r>
            <a:endParaRPr lang="fr-FR" sz="2000" b="0" u="none" strike="noStrike">
              <a:solidFill>
                <a:schemeClr val="dk1"/>
              </a:solidFill>
              <a:effectLst/>
              <a:uFillTx/>
              <a:latin typeface="Arial" panose="020B0604020202020204"/>
            </a:endParaRPr>
          </a:p>
        </p:txBody>
      </p:sp>
      <p:sp>
        <p:nvSpPr>
          <p:cNvPr id="15" name="PlaceHolder 8"/>
          <p:cNvSpPr>
            <a:spLocks noGrp="1"/>
          </p:cNvSpPr>
          <p:nvPr>
            <p:ph type="title" hasCustomPrompt="1"/>
          </p:nvPr>
        </p:nvSpPr>
        <p:spPr>
          <a:xfrm>
            <a:off x="4074840" y="376920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accent2"/>
                </a:solidFill>
                <a:effectLst/>
                <a:uFillTx/>
                <a:latin typeface="Xanh Mono"/>
                <a:ea typeface="Xanh Mono"/>
              </a:rPr>
              <a:t>xx%</a:t>
            </a:r>
            <a:endParaRPr lang="fr-FR" sz="2000" b="0" u="none" strike="noStrike">
              <a:solidFill>
                <a:schemeClr val="dk1"/>
              </a:solidFill>
              <a:effectLst/>
              <a:uFillTx/>
              <a:latin typeface="Arial" panose="020B0604020202020204"/>
            </a:endParaRPr>
          </a:p>
        </p:txBody>
      </p:sp>
      <p:sp>
        <p:nvSpPr>
          <p:cNvPr id="16" name="PlaceHolder 9"/>
          <p:cNvSpPr>
            <a:spLocks noGrp="1"/>
          </p:cNvSpPr>
          <p:nvPr>
            <p:ph type="title" hasCustomPrompt="1"/>
          </p:nvPr>
        </p:nvSpPr>
        <p:spPr>
          <a:xfrm>
            <a:off x="4592880" y="42796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accent2"/>
                </a:solidFill>
                <a:effectLst/>
                <a:uFillTx/>
                <a:latin typeface="Xanh Mono"/>
                <a:ea typeface="Xanh Mono"/>
              </a:rPr>
              <a:t>xx%</a:t>
            </a:r>
            <a:endParaRPr lang="fr-FR" sz="2000" b="0" u="none" strike="noStrike">
              <a:solidFill>
                <a:schemeClr val="dk1"/>
              </a:solidFill>
              <a:effectLst/>
              <a:uFillTx/>
              <a:latin typeface="Arial" panose="020B0604020202020204"/>
            </a:endParaRPr>
          </a:p>
        </p:txBody>
      </p:sp>
      <p:sp>
        <p:nvSpPr>
          <p:cNvPr id="17" name="PlaceHolder 10"/>
          <p:cNvSpPr>
            <a:spLocks noGrp="1"/>
          </p:cNvSpPr>
          <p:nvPr>
            <p:ph type="body" hasCustomPrompt="1"/>
          </p:nvPr>
        </p:nvSpPr>
        <p:spPr>
          <a:xfrm rot="21540000">
            <a:off x="247680" y="2378880"/>
            <a:ext cx="3279960" cy="2247840"/>
          </a:xfrm>
          <a:prstGeom prst="rect">
            <a:avLst/>
          </a:prstGeom>
          <a:noFill/>
          <a:ln w="0">
            <a:noFill/>
          </a:ln>
          <a:effectLst>
            <a:outerShdw blurRad="128520" dist="66343" dir="8337618" rotWithShape="0">
              <a:srgbClr val="000000">
                <a:alpha val="42000"/>
              </a:srgbClr>
            </a:outerShdw>
          </a:effectLst>
        </p:spPr>
        <p:txBody>
          <a:bodyPr lIns="90000" tIns="45000" rIns="90000" bIns="45000" anchor="t">
            <a:normAutofit fontScale="55000" lnSpcReduction="19999"/>
          </a:bodyPr>
          <a:lstStyle/>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18" name="Google Shape;82;p14"/>
          <p:cNvPicPr/>
          <p:nvPr/>
        </p:nvPicPr>
        <p:blipFill>
          <a:blip r:embed="rId2"/>
          <a:stretch>
            <a:fillRect/>
          </a:stretch>
        </p:blipFill>
        <p:spPr>
          <a:xfrm>
            <a:off x="0" y="360"/>
            <a:ext cx="9143640" cy="5142600"/>
          </a:xfrm>
          <a:prstGeom prst="rect">
            <a:avLst/>
          </a:prstGeom>
          <a:noFill/>
          <a:ln w="0">
            <a:noFill/>
          </a:ln>
        </p:spPr>
      </p:pic>
      <p:cxnSp>
        <p:nvCxnSpPr>
          <p:cNvPr id="19" name="Google Shape;83;p14"/>
          <p:cNvCxnSpPr/>
          <p:nvPr/>
        </p:nvCxnSpPr>
        <p:spPr>
          <a:xfrm flipH="1">
            <a:off x="229680" y="399240"/>
            <a:ext cx="8687880" cy="360"/>
          </a:xfrm>
          <a:prstGeom prst="straightConnector1">
            <a:avLst/>
          </a:prstGeom>
          <a:ln w="9525">
            <a:solidFill>
              <a:srgbClr val="FFFFFF"/>
            </a:solidFill>
            <a:round/>
          </a:ln>
        </p:spPr>
      </p:cxnSp>
      <p:sp>
        <p:nvSpPr>
          <p:cNvPr id="20" name="PlaceHolder 1"/>
          <p:cNvSpPr>
            <a:spLocks noGrp="1"/>
          </p:cNvSpPr>
          <p:nvPr>
            <p:ph type="title" hasCustomPrompt="1"/>
          </p:nvPr>
        </p:nvSpPr>
        <p:spPr>
          <a:xfrm>
            <a:off x="228600" y="3063240"/>
            <a:ext cx="3400200" cy="185580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
        <p:nvSpPr>
          <p:cNvPr id="21"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lstStyle/>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22" name="Google Shape;87;p15"/>
          <p:cNvPicPr/>
          <p:nvPr/>
        </p:nvPicPr>
        <p:blipFill>
          <a:blip r:embed="rId2"/>
          <a:stretch>
            <a:fillRect/>
          </a:stretch>
        </p:blipFill>
        <p:spPr>
          <a:xfrm>
            <a:off x="0" y="360"/>
            <a:ext cx="9143640" cy="5142600"/>
          </a:xfrm>
          <a:prstGeom prst="rect">
            <a:avLst/>
          </a:prstGeom>
          <a:noFill/>
          <a:ln w="0">
            <a:noFill/>
          </a:ln>
        </p:spPr>
      </p:pic>
      <p:cxnSp>
        <p:nvCxnSpPr>
          <p:cNvPr id="23" name="Google Shape;88;p15"/>
          <p:cNvCxnSpPr/>
          <p:nvPr/>
        </p:nvCxnSpPr>
        <p:spPr>
          <a:xfrm flipH="1">
            <a:off x="229680" y="399240"/>
            <a:ext cx="8687880" cy="360"/>
          </a:xfrm>
          <a:prstGeom prst="straightConnector1">
            <a:avLst/>
          </a:prstGeom>
          <a:ln w="9525">
            <a:solidFill>
              <a:srgbClr val="FFFFFF"/>
            </a:solidFill>
            <a:round/>
          </a:ln>
        </p:spPr>
      </p:cxnSp>
      <p:sp>
        <p:nvSpPr>
          <p:cNvPr id="24" name="PlaceHolder 1"/>
          <p:cNvSpPr>
            <a:spLocks noGrp="1"/>
          </p:cNvSpPr>
          <p:nvPr>
            <p:ph type="title" hasCustomPrompt="1"/>
          </p:nvPr>
        </p:nvSpPr>
        <p:spPr>
          <a:xfrm>
            <a:off x="228600" y="2567880"/>
            <a:ext cx="3374640" cy="196596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
        <p:nvSpPr>
          <p:cNvPr id="25" name="PlaceHolder 2"/>
          <p:cNvSpPr>
            <a:spLocks noGrp="1"/>
          </p:cNvSpPr>
          <p:nvPr>
            <p:ph type="body" hasCustomPrompt="1"/>
          </p:nvPr>
        </p:nvSpPr>
        <p:spPr>
          <a:xfrm rot="60000">
            <a:off x="3957840" y="627840"/>
            <a:ext cx="4852440" cy="2030400"/>
          </a:xfrm>
          <a:prstGeom prst="rect">
            <a:avLst/>
          </a:prstGeom>
          <a:noFill/>
          <a:ln w="0">
            <a:noFill/>
          </a:ln>
          <a:effectLst>
            <a:outerShdw blurRad="128520" dist="57017" dir="5161048" rotWithShape="0">
              <a:srgbClr val="000000">
                <a:alpha val="40000"/>
              </a:srgbClr>
            </a:outerShdw>
          </a:effectLst>
        </p:spPr>
        <p:txBody>
          <a:bodyPr lIns="90000" tIns="45000" rIns="90000" bIns="45000" anchor="t">
            <a:normAutofit lnSpcReduction="9999"/>
          </a:bodyPr>
          <a:lstStyle/>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26" name="Google Shape;93;p16"/>
          <p:cNvPicPr/>
          <p:nvPr/>
        </p:nvPicPr>
        <p:blipFill>
          <a:blip r:embed="rId2"/>
          <a:stretch>
            <a:fillRect/>
          </a:stretch>
        </p:blipFill>
        <p:spPr>
          <a:xfrm>
            <a:off x="0" y="360"/>
            <a:ext cx="9143640" cy="5142600"/>
          </a:xfrm>
          <a:prstGeom prst="rect">
            <a:avLst/>
          </a:prstGeom>
          <a:noFill/>
          <a:ln w="0">
            <a:noFill/>
          </a:ln>
        </p:spPr>
      </p:pic>
      <p:sp>
        <p:nvSpPr>
          <p:cNvPr id="27" name="PlaceHolder 1"/>
          <p:cNvSpPr>
            <a:spLocks noGrp="1"/>
          </p:cNvSpPr>
          <p:nvPr>
            <p:ph type="title" hasCustomPrompt="1"/>
          </p:nvPr>
        </p:nvSpPr>
        <p:spPr>
          <a:xfrm>
            <a:off x="228600" y="39924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panose="020B0604020202020204"/>
              </a:rPr>
              <a:t>Click to edit the title text format</a:t>
            </a:r>
          </a:p>
        </p:txBody>
      </p:sp>
      <p:cxnSp>
        <p:nvCxnSpPr>
          <p:cNvPr id="28" name="Google Shape;95;p16"/>
          <p:cNvCxnSpPr/>
          <p:nvPr/>
        </p:nvCxnSpPr>
        <p:spPr>
          <a:xfrm flipH="1">
            <a:off x="229680" y="399240"/>
            <a:ext cx="8687880" cy="360"/>
          </a:xfrm>
          <a:prstGeom prst="straightConnector1">
            <a:avLst/>
          </a:prstGeom>
          <a:ln w="9525">
            <a:solidFill>
              <a:srgbClr val="FFFFFF"/>
            </a:solidFill>
            <a:roun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pic>
        <p:nvPicPr>
          <p:cNvPr id="29" name="Google Shape;97;p17"/>
          <p:cNvPicPr/>
          <p:nvPr/>
        </p:nvPicPr>
        <p:blipFill>
          <a:blip r:embed="rId2"/>
          <a:stretch>
            <a:fillRect/>
          </a:stretch>
        </p:blipFill>
        <p:spPr>
          <a:xfrm>
            <a:off x="0" y="360"/>
            <a:ext cx="9143640" cy="5142600"/>
          </a:xfrm>
          <a:prstGeom prst="rect">
            <a:avLst/>
          </a:prstGeom>
          <a:noFill/>
          <a:ln w="0">
            <a:noFill/>
          </a:ln>
        </p:spPr>
      </p:pic>
      <p:cxnSp>
        <p:nvCxnSpPr>
          <p:cNvPr id="30" name="Google Shape;98;p17"/>
          <p:cNvCxnSpPr/>
          <p:nvPr/>
        </p:nvCxnSpPr>
        <p:spPr>
          <a:xfrm flipH="1">
            <a:off x="229680" y="399240"/>
            <a:ext cx="8687880" cy="360"/>
          </a:xfrm>
          <a:prstGeom prst="straightConnector1">
            <a:avLst/>
          </a:prstGeom>
          <a:ln w="9525">
            <a:solidFill>
              <a:srgbClr val="FFFFFF"/>
            </a:solidFill>
            <a:round/>
          </a:ln>
        </p:spPr>
      </p:cxnSp>
      <p:sp>
        <p:nvSpPr>
          <p:cNvPr id="31" name="PlaceHolder 1"/>
          <p:cNvSpPr>
            <a:spLocks noGrp="1"/>
          </p:cNvSpPr>
          <p:nvPr>
            <p:ph type="title" hasCustomPrompt="1"/>
          </p:nvPr>
        </p:nvSpPr>
        <p:spPr>
          <a:xfrm>
            <a:off x="6401520" y="399240"/>
            <a:ext cx="2499120" cy="138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pic>
        <p:nvPicPr>
          <p:cNvPr id="32" name="Google Shape;108;p18"/>
          <p:cNvPicPr/>
          <p:nvPr/>
        </p:nvPicPr>
        <p:blipFill>
          <a:blip r:embed="rId2"/>
          <a:stretch>
            <a:fillRect/>
          </a:stretch>
        </p:blipFill>
        <p:spPr>
          <a:xfrm>
            <a:off x="0" y="360"/>
            <a:ext cx="9143640" cy="5142600"/>
          </a:xfrm>
          <a:prstGeom prst="rect">
            <a:avLst/>
          </a:prstGeom>
          <a:noFill/>
          <a:ln w="0">
            <a:noFill/>
          </a:ln>
        </p:spPr>
      </p:pic>
      <p:cxnSp>
        <p:nvCxnSpPr>
          <p:cNvPr id="33" name="Google Shape;109;p18"/>
          <p:cNvCxnSpPr/>
          <p:nvPr/>
        </p:nvCxnSpPr>
        <p:spPr>
          <a:xfrm flipH="1">
            <a:off x="229680" y="399240"/>
            <a:ext cx="8687880" cy="360"/>
          </a:xfrm>
          <a:prstGeom prst="straightConnector1">
            <a:avLst/>
          </a:prstGeom>
          <a:ln w="9525">
            <a:solidFill>
              <a:srgbClr val="FFFFFF"/>
            </a:solidFill>
            <a:round/>
          </a:ln>
        </p:spPr>
      </p:cxnSp>
      <p:sp>
        <p:nvSpPr>
          <p:cNvPr id="34" name="PlaceHolder 1"/>
          <p:cNvSpPr>
            <a:spLocks noGrp="1"/>
          </p:cNvSpPr>
          <p:nvPr>
            <p:ph type="title" hasCustomPrompt="1"/>
          </p:nvPr>
        </p:nvSpPr>
        <p:spPr>
          <a:xfrm>
            <a:off x="228600" y="2490840"/>
            <a:ext cx="3196440" cy="227160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35" name="Google Shape;118;p19"/>
          <p:cNvPicPr/>
          <p:nvPr/>
        </p:nvPicPr>
        <p:blipFill>
          <a:blip r:embed="rId2"/>
          <a:stretch>
            <a:fillRect/>
          </a:stretch>
        </p:blipFill>
        <p:spPr>
          <a:xfrm>
            <a:off x="0" y="360"/>
            <a:ext cx="9143640" cy="5142600"/>
          </a:xfrm>
          <a:prstGeom prst="rect">
            <a:avLst/>
          </a:prstGeom>
          <a:noFill/>
          <a:ln w="0">
            <a:noFill/>
          </a:ln>
        </p:spPr>
      </p:pic>
      <p:cxnSp>
        <p:nvCxnSpPr>
          <p:cNvPr id="36" name="Google Shape;119;p19"/>
          <p:cNvCxnSpPr/>
          <p:nvPr/>
        </p:nvCxnSpPr>
        <p:spPr>
          <a:xfrm flipH="1">
            <a:off x="229680" y="399240"/>
            <a:ext cx="8687880" cy="360"/>
          </a:xfrm>
          <a:prstGeom prst="straightConnector1">
            <a:avLst/>
          </a:prstGeom>
          <a:ln w="9525">
            <a:solidFill>
              <a:srgbClr val="FFFFFF"/>
            </a:solidFill>
            <a:round/>
          </a:ln>
        </p:spPr>
      </p:cxnSp>
      <p:sp>
        <p:nvSpPr>
          <p:cNvPr id="37" name="PlaceHolder 1"/>
          <p:cNvSpPr>
            <a:spLocks noGrp="1"/>
          </p:cNvSpPr>
          <p:nvPr>
            <p:ph type="title" hasCustomPrompt="1"/>
          </p:nvPr>
        </p:nvSpPr>
        <p:spPr>
          <a:xfrm>
            <a:off x="3927960" y="1358640"/>
            <a:ext cx="2334240" cy="75456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accent1"/>
                </a:solidFill>
                <a:effectLst/>
                <a:uFillTx/>
                <a:latin typeface="Xanh Mono"/>
                <a:ea typeface="Xanh Mono"/>
              </a:rPr>
              <a:t>xx%</a:t>
            </a:r>
            <a:endParaRPr lang="fr-FR" sz="3000" b="0" u="none" strike="noStrike">
              <a:solidFill>
                <a:schemeClr val="dk1"/>
              </a:solidFill>
              <a:effectLst/>
              <a:uFillTx/>
              <a:latin typeface="Arial" panose="020B0604020202020204"/>
            </a:endParaRPr>
          </a:p>
        </p:txBody>
      </p:sp>
      <p:sp>
        <p:nvSpPr>
          <p:cNvPr id="38" name="PlaceHolder 2"/>
          <p:cNvSpPr>
            <a:spLocks noGrp="1"/>
          </p:cNvSpPr>
          <p:nvPr>
            <p:ph type="title" hasCustomPrompt="1"/>
          </p:nvPr>
        </p:nvSpPr>
        <p:spPr>
          <a:xfrm>
            <a:off x="3927960" y="3133080"/>
            <a:ext cx="2334240" cy="75456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accent1"/>
                </a:solidFill>
                <a:effectLst/>
                <a:uFillTx/>
                <a:latin typeface="Xanh Mono"/>
                <a:ea typeface="Xanh Mono"/>
              </a:rPr>
              <a:t>xx%</a:t>
            </a:r>
            <a:endParaRPr lang="fr-FR" sz="3000" b="0" u="none" strike="noStrike">
              <a:solidFill>
                <a:schemeClr val="dk1"/>
              </a:solidFill>
              <a:effectLst/>
              <a:uFillTx/>
              <a:latin typeface="Arial" panose="020B0604020202020204"/>
            </a:endParaRPr>
          </a:p>
        </p:txBody>
      </p:sp>
      <p:sp>
        <p:nvSpPr>
          <p:cNvPr id="39" name="PlaceHolder 3"/>
          <p:cNvSpPr>
            <a:spLocks noGrp="1"/>
          </p:cNvSpPr>
          <p:nvPr>
            <p:ph type="title" hasCustomPrompt="1"/>
          </p:nvPr>
        </p:nvSpPr>
        <p:spPr>
          <a:xfrm>
            <a:off x="6345000" y="1358640"/>
            <a:ext cx="2334240" cy="75456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accent1"/>
                </a:solidFill>
                <a:effectLst/>
                <a:uFillTx/>
                <a:latin typeface="Xanh Mono"/>
                <a:ea typeface="Xanh Mono"/>
              </a:rPr>
              <a:t>xx%</a:t>
            </a:r>
            <a:endParaRPr lang="fr-FR" sz="3000" b="0" u="none" strike="noStrike">
              <a:solidFill>
                <a:schemeClr val="dk1"/>
              </a:solidFill>
              <a:effectLst/>
              <a:uFillTx/>
              <a:latin typeface="Arial" panose="020B0604020202020204"/>
            </a:endParaRPr>
          </a:p>
        </p:txBody>
      </p:sp>
      <p:sp>
        <p:nvSpPr>
          <p:cNvPr id="40" name="PlaceHolder 4"/>
          <p:cNvSpPr>
            <a:spLocks noGrp="1"/>
          </p:cNvSpPr>
          <p:nvPr>
            <p:ph type="title" hasCustomPrompt="1"/>
          </p:nvPr>
        </p:nvSpPr>
        <p:spPr>
          <a:xfrm>
            <a:off x="6345000" y="3133080"/>
            <a:ext cx="2334240" cy="75456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accent1"/>
                </a:solidFill>
                <a:effectLst/>
                <a:uFillTx/>
                <a:latin typeface="Xanh Mono"/>
                <a:ea typeface="Xanh Mono"/>
              </a:rPr>
              <a:t>xx%</a:t>
            </a:r>
            <a:endParaRPr lang="fr-FR" sz="3000" b="0" u="none" strike="noStrike">
              <a:solidFill>
                <a:schemeClr val="dk1"/>
              </a:solidFill>
              <a:effectLst/>
              <a:uFillTx/>
              <a:latin typeface="Arial" panose="020B0604020202020204"/>
            </a:endParaRPr>
          </a:p>
        </p:txBody>
      </p:sp>
      <p:sp>
        <p:nvSpPr>
          <p:cNvPr id="41" name="PlaceHolder 5"/>
          <p:cNvSpPr>
            <a:spLocks noGrp="1"/>
          </p:cNvSpPr>
          <p:nvPr>
            <p:ph type="title" hasCustomPrompt="1"/>
          </p:nvPr>
        </p:nvSpPr>
        <p:spPr>
          <a:xfrm>
            <a:off x="228600" y="704160"/>
            <a:ext cx="2894400" cy="111096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42" name="Google Shape;131;p20"/>
          <p:cNvPicPr/>
          <p:nvPr/>
        </p:nvPicPr>
        <p:blipFill>
          <a:blip r:embed="rId2"/>
          <a:stretch>
            <a:fillRect/>
          </a:stretch>
        </p:blipFill>
        <p:spPr>
          <a:xfrm>
            <a:off x="0" y="360"/>
            <a:ext cx="9143640" cy="5142600"/>
          </a:xfrm>
          <a:prstGeom prst="rect">
            <a:avLst/>
          </a:prstGeom>
          <a:noFill/>
          <a:ln w="0">
            <a:noFill/>
          </a:ln>
        </p:spPr>
      </p:pic>
      <p:cxnSp>
        <p:nvCxnSpPr>
          <p:cNvPr id="43" name="Google Shape;132;p20"/>
          <p:cNvCxnSpPr/>
          <p:nvPr/>
        </p:nvCxnSpPr>
        <p:spPr>
          <a:xfrm flipH="1">
            <a:off x="229680" y="399240"/>
            <a:ext cx="8687880" cy="360"/>
          </a:xfrm>
          <a:prstGeom prst="straightConnector1">
            <a:avLst/>
          </a:prstGeom>
          <a:ln w="9525">
            <a:solidFill>
              <a:srgbClr val="FFFFFF"/>
            </a:solidFill>
            <a:round/>
          </a:ln>
        </p:spPr>
      </p:cxnSp>
      <p:sp>
        <p:nvSpPr>
          <p:cNvPr id="44" name="PlaceHolder 1"/>
          <p:cNvSpPr>
            <a:spLocks noGrp="1"/>
          </p:cNvSpPr>
          <p:nvPr>
            <p:ph type="title" hasCustomPrompt="1"/>
          </p:nvPr>
        </p:nvSpPr>
        <p:spPr>
          <a:xfrm>
            <a:off x="3618360" y="1142280"/>
            <a:ext cx="5281920" cy="2395080"/>
          </a:xfrm>
          <a:prstGeom prst="rect">
            <a:avLst/>
          </a:prstGeom>
          <a:noFill/>
          <a:ln w="0">
            <a:noFill/>
          </a:ln>
        </p:spPr>
        <p:txBody>
          <a:bodyPr lIns="91440" tIns="91440" rIns="91440" bIns="91440" anchor="t">
            <a:noAutofit/>
          </a:bodyPr>
          <a:lstStyle/>
          <a:p>
            <a:pPr indent="0">
              <a:buNone/>
            </a:pPr>
            <a:r>
              <a:rPr lang="fr-FR" sz="5000" b="0" u="none" strike="noStrike">
                <a:solidFill>
                  <a:schemeClr val="dk1"/>
                </a:solidFill>
                <a:effectLst/>
                <a:uFillTx/>
                <a:latin typeface="Arial" panose="020B0604020202020204"/>
              </a:rPr>
              <a:t>Click to edit the title text format</a:t>
            </a:r>
          </a:p>
        </p:txBody>
      </p:sp>
      <p:sp>
        <p:nvSpPr>
          <p:cNvPr id="45" name="Google Shape;135;p20"/>
          <p:cNvSpPr/>
          <p:nvPr/>
        </p:nvSpPr>
        <p:spPr>
          <a:xfrm>
            <a:off x="228600" y="3707280"/>
            <a:ext cx="3170160" cy="55584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lstStyle/>
          <a:p>
            <a:pPr defTabSz="914400">
              <a:lnSpc>
                <a:spcPct val="100000"/>
              </a:lnSpc>
              <a:tabLst>
                <a:tab pos="0" algn="l"/>
              </a:tabLst>
            </a:pPr>
            <a:r>
              <a:rPr lang="en-GB" sz="1000" b="1" u="none" strike="noStrike">
                <a:solidFill>
                  <a:schemeClr val="dk1"/>
                </a:solidFill>
                <a:effectLst/>
                <a:uFillTx/>
                <a:latin typeface="Roboto Mono"/>
                <a:ea typeface="Roboto Mono"/>
              </a:rPr>
              <a:t>CREDITS:</a:t>
            </a:r>
            <a:r>
              <a:rPr lang="en-GB" sz="1000" b="0" u="none" strike="noStrike">
                <a:solidFill>
                  <a:schemeClr val="dk1"/>
                </a:solidFill>
                <a:effectLst/>
                <a:uFillTx/>
                <a:latin typeface="Roboto Mono"/>
                <a:ea typeface="Roboto Mono"/>
              </a:rPr>
              <a:t> This presentation template was created by </a:t>
            </a:r>
            <a:r>
              <a:rPr lang="en-GB" sz="1000" b="1" u="sng" strike="noStrike">
                <a:solidFill>
                  <a:schemeClr val="dk1"/>
                </a:solidFill>
                <a:effectLst/>
                <a:uFillTx/>
                <a:latin typeface="Roboto Mono"/>
                <a:ea typeface="Roboto Mono"/>
                <a:hlinkClick r:id="rId3"/>
              </a:rPr>
              <a:t>Slidesgo</a:t>
            </a:r>
            <a:r>
              <a:rPr lang="en-GB" sz="1000" b="0" u="none" strike="noStrike">
                <a:solidFill>
                  <a:schemeClr val="dk1"/>
                </a:solidFill>
                <a:effectLst/>
                <a:uFillTx/>
                <a:latin typeface="Roboto Mono"/>
                <a:ea typeface="Roboto Mono"/>
              </a:rPr>
              <a:t>, and includes icons, infographics &amp; images by </a:t>
            </a:r>
            <a:r>
              <a:rPr lang="en-GB" sz="1000" b="1" u="sng" strike="noStrike">
                <a:solidFill>
                  <a:schemeClr val="dk1"/>
                </a:solidFill>
                <a:effectLst/>
                <a:uFillTx/>
                <a:latin typeface="Roboto Mono"/>
                <a:ea typeface="Roboto Mono"/>
                <a:hlinkClick r:id="rId4"/>
              </a:rPr>
              <a:t>Freepik</a:t>
            </a:r>
            <a:r>
              <a:rPr lang="en-GB" sz="1000" b="0" u="none" strike="noStrike">
                <a:solidFill>
                  <a:schemeClr val="dk1"/>
                </a:solidFill>
                <a:effectLst/>
                <a:uFillTx/>
                <a:latin typeface="Roboto Mono"/>
                <a:ea typeface="Roboto Mono"/>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46" name="Google Shape;13;p3"/>
          <p:cNvPicPr/>
          <p:nvPr/>
        </p:nvPicPr>
        <p:blipFill>
          <a:blip r:embed="rId2"/>
          <a:stretch>
            <a:fillRect/>
          </a:stretch>
        </p:blipFill>
        <p:spPr>
          <a:xfrm>
            <a:off x="0" y="360"/>
            <a:ext cx="9143640" cy="5142600"/>
          </a:xfrm>
          <a:prstGeom prst="rect">
            <a:avLst/>
          </a:prstGeom>
          <a:noFill/>
          <a:ln w="0">
            <a:noFill/>
          </a:ln>
        </p:spPr>
      </p:pic>
      <p:cxnSp>
        <p:nvCxnSpPr>
          <p:cNvPr id="47" name="Google Shape;14;p3"/>
          <p:cNvCxnSpPr/>
          <p:nvPr/>
        </p:nvCxnSpPr>
        <p:spPr>
          <a:xfrm flipH="1">
            <a:off x="229680" y="399240"/>
            <a:ext cx="8687880" cy="360"/>
          </a:xfrm>
          <a:prstGeom prst="straightConnector1">
            <a:avLst/>
          </a:prstGeom>
          <a:ln w="9525">
            <a:solidFill>
              <a:srgbClr val="FFFFFF"/>
            </a:solidFill>
            <a:round/>
          </a:ln>
        </p:spPr>
      </p:cxnSp>
      <p:sp>
        <p:nvSpPr>
          <p:cNvPr id="48" name="PlaceHolder 1"/>
          <p:cNvSpPr>
            <a:spLocks noGrp="1"/>
          </p:cNvSpPr>
          <p:nvPr>
            <p:ph type="title" hasCustomPrompt="1"/>
          </p:nvPr>
        </p:nvSpPr>
        <p:spPr>
          <a:xfrm>
            <a:off x="228600" y="2121120"/>
            <a:ext cx="3329640" cy="279360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panose="020B0604020202020204"/>
              </a:rPr>
              <a:t>Click to edit the title text format</a:t>
            </a:r>
          </a:p>
        </p:txBody>
      </p:sp>
      <p:sp>
        <p:nvSpPr>
          <p:cNvPr id="49" name="PlaceHolder 2"/>
          <p:cNvSpPr>
            <a:spLocks noGrp="1"/>
          </p:cNvSpPr>
          <p:nvPr>
            <p:ph type="title" hasCustomPrompt="1"/>
          </p:nvPr>
        </p:nvSpPr>
        <p:spPr>
          <a:xfrm>
            <a:off x="6806160" y="906480"/>
            <a:ext cx="2109240" cy="1537920"/>
          </a:xfrm>
          <a:prstGeom prst="rect">
            <a:avLst/>
          </a:prstGeom>
          <a:noFill/>
          <a:ln w="0">
            <a:noFill/>
          </a:ln>
        </p:spPr>
        <p:txBody>
          <a:bodyPr lIns="91440" tIns="91440" rIns="91440" bIns="91440" anchor="ctr">
            <a:noAutofit/>
          </a:bodyPr>
          <a:lstStyle/>
          <a:p>
            <a:pPr indent="0" algn="ctr">
              <a:lnSpc>
                <a:spcPct val="100000"/>
              </a:lnSpc>
              <a:buNone/>
            </a:pPr>
            <a:r>
              <a:rPr lang="fr-FR" sz="12600" b="0" u="none" strike="noStrike">
                <a:solidFill>
                  <a:schemeClr val="accent2"/>
                </a:solidFill>
                <a:effectLst/>
                <a:uFillTx/>
                <a:latin typeface="Xanh Mono"/>
                <a:ea typeface="Xanh Mono"/>
              </a:rPr>
              <a:t>xx%</a:t>
            </a:r>
            <a:endParaRPr lang="fr-FR" sz="12600" b="0" u="none" strike="noStrike">
              <a:solidFill>
                <a:schemeClr val="dk1"/>
              </a:solidFill>
              <a:effectLst/>
              <a:uFillTx/>
              <a:latin typeface="Arial" panose="020B0604020202020204"/>
            </a:endParaRPr>
          </a:p>
        </p:txBody>
      </p:sp>
      <p:sp>
        <p:nvSpPr>
          <p:cNvPr id="50" name="PlaceHolder 3"/>
          <p:cNvSpPr>
            <a:spLocks noGrp="1"/>
          </p:cNvSpPr>
          <p:nvPr>
            <p:ph type="body" hasCustomPrompt="1"/>
          </p:nvPr>
        </p:nvSpPr>
        <p:spPr>
          <a:xfrm rot="21540000">
            <a:off x="321120" y="699120"/>
            <a:ext cx="3409200" cy="1391760"/>
          </a:xfrm>
          <a:prstGeom prst="rect">
            <a:avLst/>
          </a:prstGeom>
          <a:noFill/>
          <a:ln w="0">
            <a:noFill/>
          </a:ln>
          <a:effectLst>
            <a:outerShdw blurRad="128520" dist="56894" dir="8330890" rotWithShape="0">
              <a:srgbClr val="000000">
                <a:alpha val="40000"/>
              </a:srgbClr>
            </a:outerShdw>
          </a:effectLst>
        </p:spPr>
        <p:txBody>
          <a:bodyPr lIns="90000" tIns="45000" rIns="90000" bIns="45000" anchor="t">
            <a:normAutofit fontScale="47500" lnSpcReduction="19999"/>
          </a:bodyPr>
          <a:lstStyle/>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pic>
        <p:nvPicPr>
          <p:cNvPr id="51" name="Google Shape;137;p21"/>
          <p:cNvPicPr/>
          <p:nvPr/>
        </p:nvPicPr>
        <p:blipFill>
          <a:blip r:embed="rId2"/>
          <a:stretch>
            <a:fillRect/>
          </a:stretch>
        </p:blipFill>
        <p:spPr>
          <a:xfrm>
            <a:off x="0" y="360"/>
            <a:ext cx="9143640" cy="5142600"/>
          </a:xfrm>
          <a:prstGeom prst="rect">
            <a:avLst/>
          </a:prstGeom>
          <a:noFill/>
          <a:ln w="0">
            <a:noFill/>
          </a:ln>
        </p:spPr>
      </p:pic>
      <p:cxnSp>
        <p:nvCxnSpPr>
          <p:cNvPr id="52" name="Google Shape;138;p21"/>
          <p:cNvCxnSpPr/>
          <p:nvPr/>
        </p:nvCxnSpPr>
        <p:spPr>
          <a:xfrm flipH="1">
            <a:off x="229680" y="399240"/>
            <a:ext cx="8687880" cy="360"/>
          </a:xfrm>
          <a:prstGeom prst="straightConnector1">
            <a:avLst/>
          </a:prstGeom>
          <a:ln w="9525">
            <a:solidFill>
              <a:srgbClr val="FFFFFF"/>
            </a:solidFill>
            <a:roun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pic>
        <p:nvPicPr>
          <p:cNvPr id="53" name="Google Shape;140;p22"/>
          <p:cNvPicPr/>
          <p:nvPr/>
        </p:nvPicPr>
        <p:blipFill>
          <a:blip r:embed="rId2"/>
          <a:stretch>
            <a:fillRect/>
          </a:stretch>
        </p:blipFill>
        <p:spPr>
          <a:xfrm>
            <a:off x="0" y="360"/>
            <a:ext cx="9143640" cy="5142600"/>
          </a:xfrm>
          <a:prstGeom prst="rect">
            <a:avLst/>
          </a:prstGeom>
          <a:noFill/>
          <a:ln w="0">
            <a:noFill/>
          </a:ln>
        </p:spPr>
      </p:pic>
      <p:cxnSp>
        <p:nvCxnSpPr>
          <p:cNvPr id="54" name="Google Shape;141;p22"/>
          <p:cNvCxnSpPr/>
          <p:nvPr/>
        </p:nvCxnSpPr>
        <p:spPr>
          <a:xfrm flipH="1">
            <a:off x="229680" y="399240"/>
            <a:ext cx="8687880" cy="360"/>
          </a:xfrm>
          <a:prstGeom prst="straightConnector1">
            <a:avLst/>
          </a:prstGeom>
          <a:ln w="9525">
            <a:solidFill>
              <a:srgbClr val="FFFFFF"/>
            </a:solidFill>
            <a:roun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55" name="Google Shape;19;p4"/>
          <p:cNvPicPr/>
          <p:nvPr/>
        </p:nvPicPr>
        <p:blipFill>
          <a:blip r:embed="rId2"/>
          <a:stretch>
            <a:fillRect/>
          </a:stretch>
        </p:blipFill>
        <p:spPr>
          <a:xfrm>
            <a:off x="0" y="360"/>
            <a:ext cx="9143640" cy="5142600"/>
          </a:xfrm>
          <a:prstGeom prst="rect">
            <a:avLst/>
          </a:prstGeom>
          <a:noFill/>
          <a:ln w="0">
            <a:noFill/>
          </a:ln>
        </p:spPr>
      </p:pic>
      <p:sp>
        <p:nvSpPr>
          <p:cNvPr id="56"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
        <p:nvSpPr>
          <p:cNvPr id="57" name="PlaceHolder 2"/>
          <p:cNvSpPr>
            <a:spLocks noGrp="1"/>
          </p:cNvSpPr>
          <p:nvPr>
            <p:ph type="body" hasCustomPrompt="1"/>
          </p:nvPr>
        </p:nvSpPr>
        <p:spPr>
          <a:xfrm>
            <a:off x="720000" y="1152360"/>
            <a:ext cx="7703640" cy="3416040"/>
          </a:xfrm>
          <a:prstGeom prst="rect">
            <a:avLst/>
          </a:prstGeom>
          <a:noFill/>
          <a:ln w="0">
            <a:noFill/>
          </a:ln>
        </p:spPr>
        <p:txBody>
          <a:bodyPr lIns="91440" tIns="91440" rIns="91440" bIns="91440" anchor="t">
            <a:noAutofit/>
          </a:bodyPr>
          <a:lstStyle/>
          <a:p>
            <a:pPr marL="431800" indent="-323850">
              <a:spcBef>
                <a:spcPts val="141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2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2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Seventh Outline Level</a:t>
            </a:r>
          </a:p>
        </p:txBody>
      </p:sp>
      <p:cxnSp>
        <p:nvCxnSpPr>
          <p:cNvPr id="58" name="Google Shape;22;p4"/>
          <p:cNvCxnSpPr/>
          <p:nvPr/>
        </p:nvCxnSpPr>
        <p:spPr>
          <a:xfrm flipH="1">
            <a:off x="229680" y="399240"/>
            <a:ext cx="8687880" cy="360"/>
          </a:xfrm>
          <a:prstGeom prst="straightConnector1">
            <a:avLst/>
          </a:prstGeom>
          <a:ln w="9525">
            <a:solidFill>
              <a:srgbClr val="FFFFFF"/>
            </a:solidFill>
            <a:roun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59" name="Google Shape;24;p5"/>
          <p:cNvPicPr/>
          <p:nvPr/>
        </p:nvPicPr>
        <p:blipFill>
          <a:blip r:embed="rId2"/>
          <a:stretch>
            <a:fillRect/>
          </a:stretch>
        </p:blipFill>
        <p:spPr>
          <a:xfrm>
            <a:off x="0" y="360"/>
            <a:ext cx="9143640" cy="5142600"/>
          </a:xfrm>
          <a:prstGeom prst="rect">
            <a:avLst/>
          </a:prstGeom>
          <a:noFill/>
          <a:ln w="0">
            <a:noFill/>
          </a:ln>
        </p:spPr>
      </p:pic>
      <p:cxnSp>
        <p:nvCxnSpPr>
          <p:cNvPr id="60" name="Google Shape;25;p5"/>
          <p:cNvCxnSpPr/>
          <p:nvPr/>
        </p:nvCxnSpPr>
        <p:spPr>
          <a:xfrm flipH="1">
            <a:off x="229680" y="399240"/>
            <a:ext cx="8687880" cy="360"/>
          </a:xfrm>
          <a:prstGeom prst="straightConnector1">
            <a:avLst/>
          </a:prstGeom>
          <a:ln w="9525">
            <a:solidFill>
              <a:srgbClr val="FFFFFF"/>
            </a:solidFill>
            <a:round/>
          </a:ln>
        </p:spPr>
      </p:cxnSp>
      <p:sp>
        <p:nvSpPr>
          <p:cNvPr id="61" name="PlaceHolder 1"/>
          <p:cNvSpPr>
            <a:spLocks noGrp="1"/>
          </p:cNvSpPr>
          <p:nvPr>
            <p:ph type="title" hasCustomPrompt="1"/>
          </p:nvPr>
        </p:nvSpPr>
        <p:spPr>
          <a:xfrm>
            <a:off x="228600" y="399240"/>
            <a:ext cx="2591280" cy="23252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62" name="Google Shape;32;p6"/>
          <p:cNvPicPr/>
          <p:nvPr/>
        </p:nvPicPr>
        <p:blipFill>
          <a:blip r:embed="rId2"/>
          <a:stretch>
            <a:fillRect/>
          </a:stretch>
        </p:blipFill>
        <p:spPr>
          <a:xfrm>
            <a:off x="0" y="360"/>
            <a:ext cx="9143640" cy="5142600"/>
          </a:xfrm>
          <a:prstGeom prst="rect">
            <a:avLst/>
          </a:prstGeom>
          <a:noFill/>
          <a:ln w="0">
            <a:noFill/>
          </a:ln>
        </p:spPr>
      </p:pic>
      <p:sp>
        <p:nvSpPr>
          <p:cNvPr id="63" name="PlaceHolder 1"/>
          <p:cNvSpPr>
            <a:spLocks noGrp="1"/>
          </p:cNvSpPr>
          <p:nvPr>
            <p:ph type="title" hasCustomPrompt="1"/>
          </p:nvPr>
        </p:nvSpPr>
        <p:spPr>
          <a:xfrm>
            <a:off x="229680" y="399240"/>
            <a:ext cx="868536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panose="020B0604020202020204"/>
              </a:rPr>
              <a:t>Click to edit the title text format</a:t>
            </a:r>
          </a:p>
        </p:txBody>
      </p:sp>
      <p:cxnSp>
        <p:nvCxnSpPr>
          <p:cNvPr id="64" name="Google Shape;34;p6"/>
          <p:cNvCxnSpPr/>
          <p:nvPr/>
        </p:nvCxnSpPr>
        <p:spPr>
          <a:xfrm flipH="1">
            <a:off x="235800" y="405360"/>
            <a:ext cx="8688240" cy="360"/>
          </a:xfrm>
          <a:prstGeom prst="straightConnector1">
            <a:avLst/>
          </a:prstGeom>
          <a:ln w="9525">
            <a:solidFill>
              <a:srgbClr val="FFFFFF"/>
            </a:solidFill>
            <a:roun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65" name="Google Shape;36;p7"/>
          <p:cNvPicPr/>
          <p:nvPr/>
        </p:nvPicPr>
        <p:blipFill>
          <a:blip r:embed="rId2"/>
          <a:stretch>
            <a:fillRect/>
          </a:stretch>
        </p:blipFill>
        <p:spPr>
          <a:xfrm>
            <a:off x="0" y="360"/>
            <a:ext cx="9143640" cy="5142600"/>
          </a:xfrm>
          <a:prstGeom prst="rect">
            <a:avLst/>
          </a:prstGeom>
          <a:noFill/>
          <a:ln w="0">
            <a:noFill/>
          </a:ln>
        </p:spPr>
      </p:pic>
      <p:sp>
        <p:nvSpPr>
          <p:cNvPr id="66" name="PlaceHolder 1"/>
          <p:cNvSpPr>
            <a:spLocks noGrp="1"/>
          </p:cNvSpPr>
          <p:nvPr>
            <p:ph type="title" hasCustomPrompt="1"/>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panose="020B0604020202020204"/>
              </a:rPr>
              <a:t>Click to edit the title text format</a:t>
            </a:r>
          </a:p>
        </p:txBody>
      </p:sp>
      <p:sp>
        <p:nvSpPr>
          <p:cNvPr id="67" name="PlaceHolder 2"/>
          <p:cNvSpPr>
            <a:spLocks noGrp="1"/>
          </p:cNvSpPr>
          <p:nvPr>
            <p:ph type="body" hasCustomPrompt="1"/>
          </p:nvPr>
        </p:nvSpPr>
        <p:spPr>
          <a:xfrm>
            <a:off x="1609560" y="2066040"/>
            <a:ext cx="3823920" cy="2532240"/>
          </a:xfrm>
          <a:prstGeom prst="rect">
            <a:avLst/>
          </a:prstGeom>
          <a:noFill/>
          <a:ln w="0">
            <a:noFill/>
          </a:ln>
        </p:spPr>
        <p:txBody>
          <a:bodyPr lIns="91440" tIns="91440" rIns="91440" bIns="91440" anchor="t">
            <a:noAutofit/>
          </a:bodyPr>
          <a:lstStyle/>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p>
        </p:txBody>
      </p:sp>
      <p:sp>
        <p:nvSpPr>
          <p:cNvPr id="68" name="PlaceHolder 3"/>
          <p:cNvSpPr>
            <a:spLocks noGrp="1"/>
          </p:cNvSpPr>
          <p:nvPr>
            <p:ph type="body" hasCustomPrompt="1"/>
          </p:nvPr>
        </p:nvSpPr>
        <p:spPr>
          <a:xfrm>
            <a:off x="5715720" y="0"/>
            <a:ext cx="3427920" cy="5143320"/>
          </a:xfrm>
          <a:prstGeom prst="rect">
            <a:avLst/>
          </a:prstGeom>
          <a:noFill/>
          <a:ln w="0">
            <a:noFill/>
          </a:ln>
        </p:spPr>
        <p:txBody>
          <a:bodyPr lIns="90000" tIns="45000" rIns="90000" bIns="45000" anchor="t">
            <a:normAutofit lnSpcReduction="9999"/>
          </a:bodyPr>
          <a:lstStyle/>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p>
        </p:txBody>
      </p:sp>
      <p:cxnSp>
        <p:nvCxnSpPr>
          <p:cNvPr id="69" name="Google Shape;40;p7"/>
          <p:cNvCxnSpPr/>
          <p:nvPr/>
        </p:nvCxnSpPr>
        <p:spPr>
          <a:xfrm flipH="1">
            <a:off x="229680" y="399240"/>
            <a:ext cx="8687880" cy="360"/>
          </a:xfrm>
          <a:prstGeom prst="straightConnector1">
            <a:avLst/>
          </a:prstGeom>
          <a:ln w="9525">
            <a:solidFill>
              <a:srgbClr val="FFFFFF"/>
            </a:solidFill>
            <a:roun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70" name="Google Shape;42;p8"/>
          <p:cNvPicPr/>
          <p:nvPr/>
        </p:nvPicPr>
        <p:blipFill>
          <a:blip r:embed="rId2"/>
          <a:stretch>
            <a:fillRect/>
          </a:stretch>
        </p:blipFill>
        <p:spPr>
          <a:xfrm>
            <a:off x="0" y="360"/>
            <a:ext cx="9143640" cy="5142600"/>
          </a:xfrm>
          <a:prstGeom prst="rect">
            <a:avLst/>
          </a:prstGeom>
          <a:noFill/>
          <a:ln w="0">
            <a:noFill/>
          </a:ln>
        </p:spPr>
      </p:pic>
      <p:sp>
        <p:nvSpPr>
          <p:cNvPr id="71" name="PlaceHolder 1"/>
          <p:cNvSpPr>
            <a:spLocks noGrp="1"/>
          </p:cNvSpPr>
          <p:nvPr>
            <p:ph type="title" hasCustomPrompt="1"/>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panose="020B0604020202020204"/>
              </a:rPr>
              <a:t>Click to edit the title text format</a:t>
            </a:r>
          </a:p>
        </p:txBody>
      </p:sp>
      <p:cxnSp>
        <p:nvCxnSpPr>
          <p:cNvPr id="72" name="Google Shape;44;p8"/>
          <p:cNvCxnSpPr/>
          <p:nvPr/>
        </p:nvCxnSpPr>
        <p:spPr>
          <a:xfrm flipH="1">
            <a:off x="229680" y="399240"/>
            <a:ext cx="8687880" cy="360"/>
          </a:xfrm>
          <a:prstGeom prst="straightConnector1">
            <a:avLst/>
          </a:prstGeom>
          <a:ln w="9525">
            <a:solidFill>
              <a:srgbClr val="FFFFFF"/>
            </a:solidFill>
            <a:roun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73" name="Google Shape;46;p9"/>
          <p:cNvPicPr/>
          <p:nvPr/>
        </p:nvPicPr>
        <p:blipFill>
          <a:blip r:embed="rId2"/>
          <a:stretch>
            <a:fillRect/>
          </a:stretch>
        </p:blipFill>
        <p:spPr>
          <a:xfrm>
            <a:off x="0" y="360"/>
            <a:ext cx="9143640" cy="5142600"/>
          </a:xfrm>
          <a:prstGeom prst="rect">
            <a:avLst/>
          </a:prstGeom>
          <a:noFill/>
          <a:ln w="0">
            <a:noFill/>
          </a:ln>
        </p:spPr>
      </p:pic>
      <p:sp>
        <p:nvSpPr>
          <p:cNvPr id="74"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panose="020B0604020202020204"/>
              </a:rPr>
              <a:t>Click to edit the title text format</a:t>
            </a:r>
          </a:p>
        </p:txBody>
      </p:sp>
      <p:cxnSp>
        <p:nvCxnSpPr>
          <p:cNvPr id="75" name="Google Shape;50;p9"/>
          <p:cNvCxnSpPr/>
          <p:nvPr/>
        </p:nvCxnSpPr>
        <p:spPr>
          <a:xfrm flipH="1">
            <a:off x="229680" y="399240"/>
            <a:ext cx="8687880" cy="360"/>
          </a:xfrm>
          <a:prstGeom prst="straightConnector1">
            <a:avLst/>
          </a:prstGeom>
          <a:ln w="9525">
            <a:solidFill>
              <a:srgbClr val="FFFFFF"/>
            </a:solidFill>
            <a:roun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76" name="PlaceHolder 1"/>
          <p:cNvSpPr>
            <a:spLocks noGrp="1"/>
          </p:cNvSpPr>
          <p:nvPr>
            <p:ph type="body" hasCustomPrompt="1"/>
          </p:nvPr>
        </p:nvSpPr>
        <p:spPr>
          <a:xfrm>
            <a:off x="0" y="0"/>
            <a:ext cx="9143640" cy="5143320"/>
          </a:xfrm>
          <a:prstGeom prst="rect">
            <a:avLst/>
          </a:prstGeom>
          <a:noFill/>
          <a:ln w="0">
            <a:noFill/>
          </a:ln>
        </p:spPr>
        <p:txBody>
          <a:bodyPr lIns="90000" tIns="45000" rIns="90000" bIns="45000" anchor="t">
            <a:normAutofit/>
          </a:bodyPr>
          <a:lstStyle/>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p>
        </p:txBody>
      </p:sp>
      <p:sp>
        <p:nvSpPr>
          <p:cNvPr id="77" name="PlaceHolder 2"/>
          <p:cNvSpPr>
            <a:spLocks noGrp="1"/>
          </p:cNvSpPr>
          <p:nvPr>
            <p:ph type="title" hasCustomPrompt="1"/>
          </p:nvPr>
        </p:nvSpPr>
        <p:spPr>
          <a:xfrm>
            <a:off x="228600" y="399240"/>
            <a:ext cx="3768840" cy="386280"/>
          </a:xfrm>
          <a:prstGeom prst="rect">
            <a:avLst/>
          </a:prstGeom>
          <a:noFill/>
          <a:ln w="0">
            <a:noFill/>
          </a:ln>
        </p:spPr>
        <p:txBody>
          <a:bodyPr lIns="91440" tIns="91440" rIns="91440" bIns="91440" anchor="ctr">
            <a:noAutofit/>
          </a:bodyPr>
          <a:lstStyle/>
          <a:p>
            <a:pPr indent="0">
              <a:buNone/>
            </a:pPr>
            <a:r>
              <a:rPr lang="fr-FR" sz="1400" b="0" u="none" strike="noStrike">
                <a:solidFill>
                  <a:schemeClr val="dk1"/>
                </a:solidFill>
                <a:effectLst/>
                <a:uFillTx/>
                <a:latin typeface="Arial" panose="020B0604020202020204"/>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78" name="Google Shape;147;p25"/>
          <p:cNvSpPr/>
          <p:nvPr/>
        </p:nvSpPr>
        <p:spPr>
          <a:xfrm>
            <a:off x="0" y="-10440"/>
            <a:ext cx="9143640" cy="118044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9" name="PlaceHolder 1"/>
          <p:cNvSpPr>
            <a:spLocks noGrp="1"/>
          </p:cNvSpPr>
          <p:nvPr>
            <p:ph type="title" hasCustomPrompt="1"/>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panose="020B0604020202020204"/>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80" name="Google Shape;150;p26"/>
          <p:cNvSpPr/>
          <p:nvPr/>
        </p:nvSpPr>
        <p:spPr>
          <a:xfrm>
            <a:off x="0" y="-10440"/>
            <a:ext cx="9143640" cy="118044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PlaceHolder 1"/>
          <p:cNvSpPr>
            <a:spLocks noGrp="1"/>
          </p:cNvSpPr>
          <p:nvPr>
            <p:ph type="title" hasCustomPrompt="1"/>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panose="020B0604020202020204"/>
              </a:rPr>
              <a:t>Click to edit the title text format</a:t>
            </a:r>
          </a:p>
        </p:txBody>
      </p:sp>
      <p:sp>
        <p:nvSpPr>
          <p:cNvPr id="82" name="PlaceHolder 2"/>
          <p:cNvSpPr>
            <a:spLocks noGrp="1"/>
          </p:cNvSpPr>
          <p:nvPr>
            <p:ph type="title" hasCustomPrompt="1"/>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panose="020B0604020202020204"/>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6.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228600" y="771480"/>
            <a:ext cx="6381360" cy="2962080"/>
          </a:xfrm>
          <a:prstGeom prst="rect">
            <a:avLst/>
          </a:prstGeom>
          <a:noFill/>
          <a:ln w="0">
            <a:noFill/>
          </a:ln>
        </p:spPr>
        <p:txBody>
          <a:bodyPr lIns="91440" tIns="91440" rIns="91440" bIns="91440" anchor="b">
            <a:normAutofit/>
          </a:bodyPr>
          <a:lstStyle/>
          <a:p>
            <a:pPr indent="0">
              <a:lnSpc>
                <a:spcPct val="80000"/>
              </a:lnSpc>
              <a:buNone/>
              <a:tabLst>
                <a:tab pos="0" algn="l"/>
              </a:tabLst>
            </a:pPr>
            <a:r>
              <a:rPr lang="en-US" sz="7200" b="0" u="none" strike="noStrike" dirty="0">
                <a:solidFill>
                  <a:schemeClr val="dk1"/>
                </a:solidFill>
                <a:effectLst/>
                <a:uFillTx/>
                <a:latin typeface="Algerian" panose="04020705040A02060702" pitchFamily="82" charset="0"/>
                <a:ea typeface="Xanh Mono"/>
              </a:rPr>
              <a:t>Shawshank</a:t>
            </a:r>
            <a:r>
              <a:rPr lang="en-US" sz="5700" b="0" u="none" strike="noStrike" dirty="0">
                <a:solidFill>
                  <a:schemeClr val="dk1"/>
                </a:solidFill>
                <a:effectLst/>
                <a:uFillTx/>
                <a:latin typeface="Algerian" panose="04020705040A02060702" pitchFamily="82" charset="0"/>
                <a:ea typeface="Xanh Mono"/>
              </a:rPr>
              <a:t> Redemption</a:t>
            </a:r>
            <a:endParaRPr lang="fr-FR" sz="5700" b="0" u="none" strike="noStrike" dirty="0">
              <a:solidFill>
                <a:schemeClr val="dk1"/>
              </a:solidFill>
              <a:effectLst/>
              <a:uFillTx/>
              <a:latin typeface="Algerian" panose="04020705040A02060702" pitchFamily="82" charset="0"/>
            </a:endParaRPr>
          </a:p>
        </p:txBody>
      </p:sp>
      <p:sp>
        <p:nvSpPr>
          <p:cNvPr id="84" name="PlaceHolder 2"/>
          <p:cNvSpPr>
            <a:spLocks noGrp="1"/>
          </p:cNvSpPr>
          <p:nvPr>
            <p:ph type="subTitle"/>
          </p:nvPr>
        </p:nvSpPr>
        <p:spPr>
          <a:xfrm>
            <a:off x="6124680" y="4151880"/>
            <a:ext cx="2790360" cy="723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600" b="0" u="none" strike="noStrike" dirty="0">
                <a:solidFill>
                  <a:schemeClr val="dk1"/>
                </a:solidFill>
                <a:effectLst/>
                <a:uFillTx/>
                <a:latin typeface="Rage Italic" panose="03070502040507070304" pitchFamily="66" charset="0"/>
                <a:ea typeface="Roboto Mono"/>
              </a:rPr>
              <a:t>A Story About Hope and Perseverance</a:t>
            </a:r>
            <a:endParaRPr lang="en-US" sz="1600" b="0" u="none" strike="noStrike" dirty="0">
              <a:solidFill>
                <a:srgbClr val="FFFFFF"/>
              </a:solidFill>
              <a:effectLst/>
              <a:uFillTx/>
              <a:latin typeface="Rage Italic" panose="03070502040507070304" pitchFamily="66" charset="0"/>
            </a:endParaRPr>
          </a:p>
        </p:txBody>
      </p:sp>
      <p:sp>
        <p:nvSpPr>
          <p:cNvPr id="85" name="Google Shape;159;p27"/>
          <p:cNvSpPr/>
          <p:nvPr/>
        </p:nvSpPr>
        <p:spPr>
          <a:xfrm>
            <a:off x="6762600" y="228600"/>
            <a:ext cx="2152440" cy="171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lstStyle/>
          <a:p>
            <a:pPr algn="r" defTabSz="914400">
              <a:lnSpc>
                <a:spcPct val="100000"/>
              </a:lnSpc>
              <a:tabLst>
                <a:tab pos="0" algn="l"/>
              </a:tabLst>
            </a:pPr>
            <a:r>
              <a:rPr lang="en-GB" sz="1000" b="0" u="none" strike="noStrike">
                <a:solidFill>
                  <a:schemeClr val="dk1"/>
                </a:solidFill>
                <a:effectLst/>
                <a:uFillTx/>
                <a:latin typeface="Arial" panose="020B0604020202020204"/>
              </a:rPr>
              <a:t>October XX, 20XX</a:t>
            </a:r>
            <a:endParaRPr lang="en-US" sz="1000" b="0" u="none" strike="noStrike">
              <a:solidFill>
                <a:srgbClr val="FFFFFF"/>
              </a:solidFill>
              <a:effectLst/>
              <a:uFillTx/>
              <a:latin typeface="OpenSymbol"/>
            </a:endParaRPr>
          </a:p>
        </p:txBody>
      </p:sp>
      <p:cxnSp>
        <p:nvCxnSpPr>
          <p:cNvPr id="86" name="Google Shape;160;p27"/>
          <p:cNvCxnSpPr/>
          <p:nvPr/>
        </p:nvCxnSpPr>
        <p:spPr>
          <a:xfrm flipH="1">
            <a:off x="229680" y="399240"/>
            <a:ext cx="8687880" cy="360"/>
          </a:xfrm>
          <a:prstGeom prst="straightConnector1">
            <a:avLst/>
          </a:prstGeom>
          <a:ln w="9525">
            <a:solidFill>
              <a:srgbClr val="FFFFFF"/>
            </a:solidFill>
            <a:round/>
          </a:ln>
        </p:spPr>
      </p:cxnSp>
      <p:sp>
        <p:nvSpPr>
          <p:cNvPr id="88" name="Google Shape;162;p27"/>
          <p:cNvSpPr/>
          <p:nvPr/>
        </p:nvSpPr>
        <p:spPr>
          <a:xfrm>
            <a:off x="5820840" y="4151880"/>
            <a:ext cx="305280" cy="703440"/>
          </a:xfrm>
          <a:custGeom>
            <a:avLst/>
            <a:gdLst>
              <a:gd name="textAreaLeft" fmla="*/ 0 w 305280"/>
              <a:gd name="textAreaRight" fmla="*/ 305640 w 305280"/>
              <a:gd name="textAreaTop" fmla="*/ 0 h 703440"/>
              <a:gd name="textAreaBottom" fmla="*/ 703800 h 703440"/>
            </a:gdLst>
            <a:ahLst/>
            <a:cxnLst/>
            <a:rect l="textAreaLeft" t="textAreaTop" r="textAreaRight" b="textAreaBottom"/>
            <a:pathLst>
              <a:path w="12222" h="28157">
                <a:moveTo>
                  <a:pt x="12222" y="0"/>
                </a:moveTo>
                <a:cubicBezTo>
                  <a:pt x="10187" y="2849"/>
                  <a:pt x="4706" y="3437"/>
                  <a:pt x="4319" y="6916"/>
                </a:cubicBezTo>
                <a:cubicBezTo>
                  <a:pt x="4008" y="9712"/>
                  <a:pt x="8541" y="12303"/>
                  <a:pt x="7283" y="14819"/>
                </a:cubicBezTo>
                <a:cubicBezTo>
                  <a:pt x="5920" y="17545"/>
                  <a:pt x="1483" y="17774"/>
                  <a:pt x="120" y="20500"/>
                </a:cubicBezTo>
                <a:cubicBezTo>
                  <a:pt x="-835" y="22410"/>
                  <a:pt x="5801" y="21328"/>
                  <a:pt x="5801" y="23464"/>
                </a:cubicBezTo>
                <a:cubicBezTo>
                  <a:pt x="5801" y="25920"/>
                  <a:pt x="897" y="25827"/>
                  <a:pt x="120" y="28157"/>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228600" y="3067200"/>
            <a:ext cx="3400200" cy="18568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0" u="none" strike="noStrike" dirty="0">
                <a:solidFill>
                  <a:schemeClr val="dk1"/>
                </a:solidFill>
                <a:effectLst/>
                <a:uFillTx/>
                <a:latin typeface="Arial Rounded MT Bold" panose="020F0704030504030204" pitchFamily="34" charset="0"/>
                <a:ea typeface="Xanh Mono"/>
              </a:rPr>
              <a:t>Group</a:t>
            </a:r>
            <a:r>
              <a:rPr lang="en-US" sz="2600" b="0" u="none" strike="noStrike" dirty="0">
                <a:solidFill>
                  <a:schemeClr val="dk1"/>
                </a:solidFill>
                <a:effectLst/>
                <a:uFillTx/>
                <a:latin typeface="Arial Rounded MT Bold" panose="020F0704030504030204" pitchFamily="34" charset="0"/>
                <a:ea typeface="Xanh Mono"/>
              </a:rPr>
              <a:t> Introduction</a:t>
            </a:r>
            <a:endParaRPr lang="fr-FR" sz="2600" b="0" u="none" strike="noStrike" dirty="0">
              <a:solidFill>
                <a:schemeClr val="dk1"/>
              </a:solidFill>
              <a:effectLst/>
              <a:uFillTx/>
              <a:latin typeface="Arial Rounded MT Bold" panose="020F0704030504030204" pitchFamily="34" charset="0"/>
            </a:endParaRPr>
          </a:p>
        </p:txBody>
      </p:sp>
      <p:sp>
        <p:nvSpPr>
          <p:cNvPr id="90" name="PlaceHolder 2"/>
          <p:cNvSpPr>
            <a:spLocks noGrp="1"/>
          </p:cNvSpPr>
          <p:nvPr>
            <p:ph type="subTitle"/>
          </p:nvPr>
        </p:nvSpPr>
        <p:spPr>
          <a:xfrm>
            <a:off x="4275098" y="619200"/>
            <a:ext cx="4639941" cy="2580840"/>
          </a:xfrm>
          <a:prstGeom prst="rect">
            <a:avLst/>
          </a:prstGeom>
          <a:noFill/>
          <a:ln w="0">
            <a:noFill/>
          </a:ln>
        </p:spPr>
        <p:txBody>
          <a:bodyPr lIns="91440" tIns="91440" rIns="91440" bIns="91440" anchor="t">
            <a:normAutofit fontScale="90000" lnSpcReduction="20000"/>
          </a:bodyPr>
          <a:lstStyle/>
          <a:p>
            <a:pPr indent="0">
              <a:lnSpc>
                <a:spcPct val="150000"/>
              </a:lnSpc>
              <a:buNone/>
              <a:tabLst>
                <a:tab pos="0" algn="l"/>
              </a:tabLst>
            </a:pPr>
            <a:r>
              <a:rPr lang="en-US" sz="1200" b="1" u="none" strike="noStrike" dirty="0">
                <a:solidFill>
                  <a:schemeClr val="dk1"/>
                </a:solidFill>
                <a:effectLst/>
                <a:uFillTx/>
                <a:latin typeface="Roboto Mono"/>
                <a:ea typeface="Roboto Mono"/>
              </a:rPr>
              <a:t>Group Introduction</a:t>
            </a:r>
            <a:endParaRPr lang="en-US" sz="1200" b="0" u="none" strike="noStrike" dirty="0">
              <a:solidFill>
                <a:srgbClr val="FFFFFF"/>
              </a:solidFill>
              <a:effectLst/>
              <a:uFillTx/>
              <a:latin typeface="OpenSymbol"/>
            </a:endParaRPr>
          </a:p>
          <a:p>
            <a:pPr indent="0">
              <a:lnSpc>
                <a:spcPct val="150000"/>
              </a:lnSpc>
              <a:buNone/>
              <a:tabLst>
                <a:tab pos="0" algn="l"/>
              </a:tabLst>
            </a:pPr>
            <a:r>
              <a:rPr lang="en-US" sz="1600" b="0" u="none" strike="noStrike" dirty="0">
                <a:solidFill>
                  <a:schemeClr val="dk1"/>
                </a:solidFill>
                <a:effectLst/>
                <a:uFillTx/>
                <a:latin typeface="Roboto Mono"/>
                <a:ea typeface="Roboto Mono"/>
              </a:rPr>
              <a:t>- Group Name: </a:t>
            </a:r>
            <a:r>
              <a:rPr lang="en-US" sz="1600" b="0" u="none" strike="noStrike" dirty="0">
                <a:solidFill>
                  <a:schemeClr val="dk1"/>
                </a:solidFill>
                <a:effectLst/>
                <a:uFillTx/>
                <a:latin typeface="Bauhaus 93" panose="04030905020B02020C02" pitchFamily="82" charset="0"/>
                <a:ea typeface="Roboto Mono"/>
              </a:rPr>
              <a:t>Wizards</a:t>
            </a:r>
            <a:endParaRPr lang="en-US" sz="1600" b="0" u="none" strike="noStrike" dirty="0">
              <a:solidFill>
                <a:srgbClr val="FFFFFF"/>
              </a:solidFill>
              <a:effectLst/>
              <a:uFillTx/>
              <a:latin typeface="Bauhaus 93" panose="04030905020B02020C02" pitchFamily="82" charset="0"/>
            </a:endParaRPr>
          </a:p>
          <a:p>
            <a:pPr indent="0">
              <a:lnSpc>
                <a:spcPct val="150000"/>
              </a:lnSpc>
              <a:buNone/>
              <a:tabLst>
                <a:tab pos="0" algn="l"/>
              </a:tabLst>
            </a:pPr>
            <a:r>
              <a:rPr lang="en-US" sz="1300" b="0" u="none" strike="noStrike" dirty="0">
                <a:solidFill>
                  <a:schemeClr val="dk1"/>
                </a:solidFill>
                <a:effectLst/>
                <a:uFillTx/>
                <a:latin typeface="Arial Black" panose="020B0A04020102020204" pitchFamily="34" charset="0"/>
                <a:ea typeface="Roboto Mono"/>
              </a:rPr>
              <a:t>- Nafisa Ahmed – 2511292038</a:t>
            </a:r>
            <a:endParaRPr lang="en-US" sz="1300" b="0" u="none" strike="noStrike" dirty="0">
              <a:solidFill>
                <a:srgbClr val="FFFFFF"/>
              </a:solidFill>
              <a:effectLst/>
              <a:uFillTx/>
              <a:latin typeface="Arial Black" panose="020B0A04020102020204" pitchFamily="34" charset="0"/>
            </a:endParaRPr>
          </a:p>
          <a:p>
            <a:pPr indent="0">
              <a:lnSpc>
                <a:spcPct val="150000"/>
              </a:lnSpc>
              <a:buNone/>
              <a:tabLst>
                <a:tab pos="0" algn="l"/>
              </a:tabLst>
            </a:pPr>
            <a:r>
              <a:rPr lang="en-US" sz="1300" b="0" u="none" strike="noStrike" dirty="0">
                <a:solidFill>
                  <a:schemeClr val="dk1"/>
                </a:solidFill>
                <a:effectLst/>
                <a:uFillTx/>
                <a:latin typeface="Arial Black" panose="020B0A04020102020204" pitchFamily="34" charset="0"/>
                <a:ea typeface="Roboto Mono"/>
              </a:rPr>
              <a:t>- </a:t>
            </a:r>
            <a:r>
              <a:rPr lang="en-US" sz="1300" b="0" u="none" strike="noStrike" dirty="0" err="1">
                <a:solidFill>
                  <a:schemeClr val="dk1"/>
                </a:solidFill>
                <a:effectLst/>
                <a:uFillTx/>
                <a:latin typeface="Arial Black" panose="020B0A04020102020204" pitchFamily="34" charset="0"/>
                <a:ea typeface="Roboto Mono"/>
              </a:rPr>
              <a:t>Raisa</a:t>
            </a:r>
            <a:r>
              <a:rPr lang="en-US" sz="1300" b="0" u="none" strike="noStrike" dirty="0">
                <a:solidFill>
                  <a:schemeClr val="dk1"/>
                </a:solidFill>
                <a:effectLst/>
                <a:uFillTx/>
                <a:latin typeface="Arial Black" panose="020B0A04020102020204" pitchFamily="34" charset="0"/>
                <a:ea typeface="Roboto Mono"/>
              </a:rPr>
              <a:t> Hossain – 2511346038</a:t>
            </a:r>
            <a:endParaRPr lang="en-US" sz="1300" b="0" u="none" strike="noStrike" dirty="0">
              <a:solidFill>
                <a:srgbClr val="FFFFFF"/>
              </a:solidFill>
              <a:effectLst/>
              <a:uFillTx/>
              <a:latin typeface="Arial Black" panose="020B0A04020102020204" pitchFamily="34" charset="0"/>
            </a:endParaRPr>
          </a:p>
          <a:p>
            <a:pPr indent="0">
              <a:lnSpc>
                <a:spcPct val="150000"/>
              </a:lnSpc>
              <a:buNone/>
              <a:tabLst>
                <a:tab pos="0" algn="l"/>
              </a:tabLst>
            </a:pPr>
            <a:r>
              <a:rPr lang="en-US" sz="1300" b="0" u="none" strike="noStrike" dirty="0">
                <a:solidFill>
                  <a:schemeClr val="dk1"/>
                </a:solidFill>
                <a:effectLst/>
                <a:uFillTx/>
                <a:latin typeface="Arial Black" panose="020B0A04020102020204" pitchFamily="34" charset="0"/>
                <a:ea typeface="Roboto Mono"/>
              </a:rPr>
              <a:t>- </a:t>
            </a:r>
            <a:r>
              <a:rPr lang="en-US" sz="1300" b="0" u="none" strike="noStrike" dirty="0" err="1">
                <a:solidFill>
                  <a:schemeClr val="dk1"/>
                </a:solidFill>
                <a:effectLst/>
                <a:uFillTx/>
                <a:latin typeface="Arial Black" panose="020B0A04020102020204" pitchFamily="34" charset="0"/>
                <a:ea typeface="Roboto Mono"/>
              </a:rPr>
              <a:t>Zannatul</a:t>
            </a:r>
            <a:r>
              <a:rPr lang="en-US" sz="1300" b="0" u="none" strike="noStrike" dirty="0">
                <a:solidFill>
                  <a:schemeClr val="dk1"/>
                </a:solidFill>
                <a:effectLst/>
                <a:uFillTx/>
                <a:latin typeface="Arial Black" panose="020B0A04020102020204" pitchFamily="34" charset="0"/>
                <a:ea typeface="Roboto Mono"/>
              </a:rPr>
              <a:t> </a:t>
            </a:r>
            <a:r>
              <a:rPr lang="en-US" sz="1300" b="0" u="none" strike="noStrike" dirty="0" err="1">
                <a:solidFill>
                  <a:schemeClr val="dk1"/>
                </a:solidFill>
                <a:effectLst/>
                <a:uFillTx/>
                <a:latin typeface="Arial Black" panose="020B0A04020102020204" pitchFamily="34" charset="0"/>
                <a:ea typeface="Roboto Mono"/>
              </a:rPr>
              <a:t>Mawa</a:t>
            </a:r>
            <a:r>
              <a:rPr lang="en-US" sz="1300" b="0" u="none" strike="noStrike" dirty="0">
                <a:solidFill>
                  <a:schemeClr val="dk1"/>
                </a:solidFill>
                <a:effectLst/>
                <a:uFillTx/>
                <a:latin typeface="Arial Black" panose="020B0A04020102020204" pitchFamily="34" charset="0"/>
                <a:ea typeface="Roboto Mono"/>
              </a:rPr>
              <a:t> </a:t>
            </a:r>
            <a:r>
              <a:rPr lang="en-US" sz="1300" b="0" u="none" strike="noStrike" dirty="0" err="1">
                <a:solidFill>
                  <a:schemeClr val="dk1"/>
                </a:solidFill>
                <a:effectLst/>
                <a:uFillTx/>
                <a:latin typeface="Arial Black" panose="020B0A04020102020204" pitchFamily="34" charset="0"/>
                <a:ea typeface="Roboto Mono"/>
              </a:rPr>
              <a:t>Bushra</a:t>
            </a:r>
            <a:r>
              <a:rPr lang="en-US" sz="1300" b="0" u="none" strike="noStrike" dirty="0">
                <a:solidFill>
                  <a:schemeClr val="dk1"/>
                </a:solidFill>
                <a:effectLst/>
                <a:uFillTx/>
                <a:latin typeface="Arial Black" panose="020B0A04020102020204" pitchFamily="34" charset="0"/>
                <a:ea typeface="Roboto Mono"/>
              </a:rPr>
              <a:t> – 2511255038</a:t>
            </a:r>
            <a:endParaRPr lang="en-US" sz="1300" b="0" u="none" strike="noStrike" dirty="0">
              <a:solidFill>
                <a:srgbClr val="FFFFFF"/>
              </a:solidFill>
              <a:effectLst/>
              <a:uFillTx/>
              <a:latin typeface="Arial Black" panose="020B0A04020102020204" pitchFamily="34" charset="0"/>
            </a:endParaRPr>
          </a:p>
          <a:p>
            <a:pPr indent="0">
              <a:lnSpc>
                <a:spcPct val="150000"/>
              </a:lnSpc>
              <a:buNone/>
              <a:tabLst>
                <a:tab pos="0" algn="l"/>
              </a:tabLst>
            </a:pPr>
            <a:r>
              <a:rPr lang="en-US" sz="1300" b="0" u="none" strike="noStrike" dirty="0">
                <a:solidFill>
                  <a:schemeClr val="dk1"/>
                </a:solidFill>
                <a:effectLst/>
                <a:uFillTx/>
                <a:latin typeface="Arial Black" panose="020B0A04020102020204" pitchFamily="34" charset="0"/>
                <a:ea typeface="Roboto Mono"/>
              </a:rPr>
              <a:t>- Md. </a:t>
            </a:r>
            <a:r>
              <a:rPr lang="en-US" sz="1300" b="0" u="none" strike="noStrike" dirty="0" err="1">
                <a:solidFill>
                  <a:schemeClr val="dk1"/>
                </a:solidFill>
                <a:effectLst/>
                <a:uFillTx/>
                <a:latin typeface="Arial Black" panose="020B0A04020102020204" pitchFamily="34" charset="0"/>
                <a:ea typeface="Roboto Mono"/>
              </a:rPr>
              <a:t>Rasheduzzaman</a:t>
            </a:r>
            <a:r>
              <a:rPr lang="en-US" sz="1300" b="0" u="none" strike="noStrike" dirty="0">
                <a:solidFill>
                  <a:schemeClr val="dk1"/>
                </a:solidFill>
                <a:effectLst/>
                <a:uFillTx/>
                <a:latin typeface="Arial Black" panose="020B0A04020102020204" pitchFamily="34" charset="0"/>
                <a:ea typeface="Roboto Mono"/>
              </a:rPr>
              <a:t> – 2511254038</a:t>
            </a:r>
            <a:endParaRPr lang="en-US" sz="1300" b="0" u="none" strike="noStrike" dirty="0">
              <a:solidFill>
                <a:srgbClr val="FFFFFF"/>
              </a:solidFill>
              <a:effectLst/>
              <a:uFillTx/>
              <a:latin typeface="Arial Black" panose="020B0A04020102020204" pitchFamily="34" charset="0"/>
            </a:endParaRPr>
          </a:p>
          <a:p>
            <a:pPr indent="0">
              <a:lnSpc>
                <a:spcPct val="150000"/>
              </a:lnSpc>
              <a:buNone/>
              <a:tabLst>
                <a:tab pos="0" algn="l"/>
              </a:tabLst>
            </a:pPr>
            <a:r>
              <a:rPr lang="en-US" sz="1300" b="0" u="none" strike="noStrike" dirty="0">
                <a:solidFill>
                  <a:schemeClr val="dk1"/>
                </a:solidFill>
                <a:effectLst/>
                <a:uFillTx/>
                <a:latin typeface="Arial Black" panose="020B0A04020102020204" pitchFamily="34" charset="0"/>
                <a:ea typeface="Roboto Mono"/>
              </a:rPr>
              <a:t>- </a:t>
            </a:r>
            <a:r>
              <a:rPr lang="en-US" sz="1300" b="0" u="none" strike="noStrike" dirty="0" err="1">
                <a:solidFill>
                  <a:schemeClr val="dk1"/>
                </a:solidFill>
                <a:effectLst/>
                <a:uFillTx/>
                <a:latin typeface="Arial Black" panose="020B0A04020102020204" pitchFamily="34" charset="0"/>
                <a:ea typeface="Roboto Mono"/>
              </a:rPr>
              <a:t>Raihan</a:t>
            </a:r>
            <a:r>
              <a:rPr lang="en-US" sz="1300" b="0" u="none" strike="noStrike" dirty="0">
                <a:solidFill>
                  <a:schemeClr val="dk1"/>
                </a:solidFill>
                <a:effectLst/>
                <a:uFillTx/>
                <a:latin typeface="Arial Black" panose="020B0A04020102020204" pitchFamily="34" charset="0"/>
                <a:ea typeface="Roboto Mono"/>
              </a:rPr>
              <a:t> </a:t>
            </a:r>
            <a:r>
              <a:rPr lang="en-US" sz="1300" b="0" u="none" strike="noStrike" dirty="0" err="1">
                <a:solidFill>
                  <a:schemeClr val="dk1"/>
                </a:solidFill>
                <a:effectLst/>
                <a:uFillTx/>
                <a:latin typeface="Arial Black" panose="020B0A04020102020204" pitchFamily="34" charset="0"/>
                <a:ea typeface="Roboto Mono"/>
              </a:rPr>
              <a:t>Shorif</a:t>
            </a:r>
            <a:r>
              <a:rPr lang="en-US" sz="1300" b="0" u="none" strike="noStrike" dirty="0">
                <a:solidFill>
                  <a:schemeClr val="dk1"/>
                </a:solidFill>
                <a:effectLst/>
                <a:uFillTx/>
                <a:latin typeface="Arial Black" panose="020B0A04020102020204" pitchFamily="34" charset="0"/>
                <a:ea typeface="Roboto Mono"/>
              </a:rPr>
              <a:t> </a:t>
            </a:r>
            <a:r>
              <a:rPr lang="en-US" sz="1300" b="0" u="none" strike="noStrike" dirty="0" err="1">
                <a:solidFill>
                  <a:schemeClr val="dk1"/>
                </a:solidFill>
                <a:effectLst/>
                <a:uFillTx/>
                <a:latin typeface="Arial Black" panose="020B0A04020102020204" pitchFamily="34" charset="0"/>
                <a:ea typeface="Roboto Mono"/>
              </a:rPr>
              <a:t>Ruhdro</a:t>
            </a:r>
            <a:r>
              <a:rPr lang="en-US" sz="1300" b="0" u="none" strike="noStrike" dirty="0">
                <a:solidFill>
                  <a:schemeClr val="dk1"/>
                </a:solidFill>
                <a:effectLst/>
                <a:uFillTx/>
                <a:latin typeface="Arial Black" panose="020B0A04020102020204" pitchFamily="34" charset="0"/>
                <a:ea typeface="Roboto Mono"/>
              </a:rPr>
              <a:t> – 251872038</a:t>
            </a:r>
            <a:endParaRPr lang="en-US" sz="1300" b="0" u="none" strike="noStrike" dirty="0">
              <a:solidFill>
                <a:srgbClr val="FFFFFF"/>
              </a:solidFill>
              <a:effectLst/>
              <a:uFillTx/>
              <a:latin typeface="Arial Black" panose="020B0A04020102020204" pitchFamily="34" charset="0"/>
            </a:endParaRPr>
          </a:p>
          <a:p>
            <a:pPr indent="0">
              <a:lnSpc>
                <a:spcPct val="150000"/>
              </a:lnSpc>
              <a:buNone/>
              <a:tabLst>
                <a:tab pos="0" algn="l"/>
              </a:tabLst>
            </a:pPr>
            <a:endParaRPr lang="en-US" sz="1200" b="0" u="none" strike="noStrike" dirty="0">
              <a:solidFill>
                <a:schemeClr val="dk1"/>
              </a:solidFill>
              <a:effectLst/>
              <a:uFillTx/>
              <a:latin typeface="Roboto Mono"/>
              <a:ea typeface="Roboto Mono"/>
            </a:endParaRPr>
          </a:p>
          <a:p>
            <a:pPr indent="0">
              <a:lnSpc>
                <a:spcPct val="150000"/>
              </a:lnSpc>
              <a:buNone/>
              <a:tabLst>
                <a:tab pos="0" algn="l"/>
              </a:tabLst>
            </a:pPr>
            <a:r>
              <a:rPr lang="en-US" sz="1200" b="0" u="none" strike="noStrike" dirty="0">
                <a:solidFill>
                  <a:schemeClr val="dk1"/>
                </a:solidFill>
                <a:effectLst/>
                <a:uFillTx/>
                <a:latin typeface="SimSun-ExtB" panose="02010609060101010101" pitchFamily="49" charset="-122"/>
                <a:ea typeface="SimSun-ExtB" panose="02010609060101010101" pitchFamily="49" charset="-122"/>
              </a:rPr>
              <a:t>“Good morning everyone. We are Group Wizards and we are here to present a review of the movie </a:t>
            </a:r>
            <a:r>
              <a:rPr lang="en-US" sz="1200" b="0" i="1" u="none" strike="noStrike" dirty="0">
                <a:solidFill>
                  <a:schemeClr val="dk1"/>
                </a:solidFill>
                <a:effectLst/>
                <a:uFillTx/>
                <a:latin typeface="SimSun-ExtB" panose="02010609060101010101" pitchFamily="49" charset="-122"/>
                <a:ea typeface="SimSun-ExtB" panose="02010609060101010101" pitchFamily="49" charset="-122"/>
              </a:rPr>
              <a:t>The Shawshank Redemption</a:t>
            </a:r>
            <a:r>
              <a:rPr lang="en-US" sz="1200" b="0" u="none" strike="noStrike" dirty="0">
                <a:solidFill>
                  <a:schemeClr val="dk1"/>
                </a:solidFill>
                <a:effectLst/>
                <a:uFillTx/>
                <a:latin typeface="SimSun-ExtB" panose="02010609060101010101" pitchFamily="49" charset="-122"/>
                <a:ea typeface="SimSun-ExtB" panose="02010609060101010101" pitchFamily="49" charset="-122"/>
              </a:rPr>
              <a:t>.”</a:t>
            </a:r>
            <a:endParaRPr lang="en-US" sz="1200" b="0" u="none" strike="noStrike" dirty="0">
              <a:solidFill>
                <a:srgbClr val="FFFFFF"/>
              </a:solidFill>
              <a:effectLst/>
              <a:uFillTx/>
              <a:latin typeface="SimSun-ExtB" panose="02010609060101010101" pitchFamily="49" charset="-122"/>
              <a:ea typeface="SimSun-ExtB" panose="02010609060101010101" pitchFamily="49" charset="-122"/>
            </a:endParaRPr>
          </a:p>
        </p:txBody>
      </p:sp>
      <p:sp>
        <p:nvSpPr>
          <p:cNvPr id="91"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599" y="619200"/>
            <a:ext cx="4046499" cy="27192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228600" y="4043880"/>
            <a:ext cx="3400200" cy="880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0" u="none" strike="noStrike" dirty="0">
                <a:solidFill>
                  <a:schemeClr val="dk1"/>
                </a:solidFill>
                <a:effectLst/>
                <a:uFillTx/>
                <a:latin typeface="Arial Rounded MT Bold" panose="020F0704030504030204" pitchFamily="34" charset="0"/>
                <a:ea typeface="Xanh Mono"/>
              </a:rPr>
              <a:t>Introduction</a:t>
            </a:r>
            <a:endParaRPr lang="fr-FR" sz="3900" b="0" u="none" strike="noStrike" dirty="0">
              <a:solidFill>
                <a:schemeClr val="dk1"/>
              </a:solidFill>
              <a:effectLst/>
              <a:uFillTx/>
              <a:latin typeface="Arial Rounded MT Bold" panose="020F0704030504030204" pitchFamily="34" charset="0"/>
            </a:endParaRPr>
          </a:p>
        </p:txBody>
      </p:sp>
      <p:sp>
        <p:nvSpPr>
          <p:cNvPr id="93" name="PlaceHolder 2"/>
          <p:cNvSpPr>
            <a:spLocks noGrp="1"/>
          </p:cNvSpPr>
          <p:nvPr>
            <p:ph type="subTitle"/>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dirty="0">
                <a:solidFill>
                  <a:schemeClr val="dk1"/>
                </a:solidFill>
                <a:effectLst/>
                <a:uFillTx/>
                <a:latin typeface="Roboto Mono"/>
                <a:ea typeface="Roboto Mono"/>
              </a:rPr>
              <a:t>This presentation explores </a:t>
            </a:r>
            <a:r>
              <a:rPr lang="en-US" sz="1400" b="0" i="1" u="none" strike="noStrike" dirty="0">
                <a:solidFill>
                  <a:schemeClr val="dk1"/>
                </a:solidFill>
                <a:effectLst/>
                <a:uFillTx/>
                <a:latin typeface="Roboto Mono"/>
                <a:ea typeface="Roboto Mono"/>
              </a:rPr>
              <a:t>The Shawshank Redemption</a:t>
            </a:r>
            <a:r>
              <a:rPr lang="en-US" sz="1400" b="0" u="none" strike="noStrike" dirty="0">
                <a:solidFill>
                  <a:schemeClr val="dk1"/>
                </a:solidFill>
                <a:effectLst/>
                <a:uFillTx/>
                <a:latin typeface="Roboto Mono"/>
                <a:ea typeface="Roboto Mono"/>
              </a:rPr>
              <a:t>, a powerful movie that inspires hope and resilience. Well see what makes this film so special, why it resonates with many, and the meaningful messages it shares about never giving up.</a:t>
            </a:r>
            <a:endParaRPr lang="en-US" sz="1400" b="0" u="none" strike="noStrike" dirty="0">
              <a:solidFill>
                <a:srgbClr val="FFFFFF"/>
              </a:solidFill>
              <a:effectLst/>
              <a:uFillTx/>
              <a:latin typeface="OpenSymbol"/>
            </a:endParaRPr>
          </a:p>
        </p:txBody>
      </p:sp>
      <p:sp>
        <p:nvSpPr>
          <p:cNvPr id="94"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561426"/>
            <a:ext cx="3308566" cy="353876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214423" y="2932200"/>
            <a:ext cx="3818890" cy="1965325"/>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5200" b="0" u="none" strike="noStrike" dirty="0">
                <a:solidFill>
                  <a:schemeClr val="dk1"/>
                </a:solidFill>
                <a:effectLst/>
                <a:uFillTx/>
                <a:latin typeface="Arial Rounded MT Bold" panose="020F0704030504030204" pitchFamily="34" charset="0"/>
                <a:ea typeface="Xanh Mono"/>
              </a:rPr>
              <a:t>Movie</a:t>
            </a:r>
            <a:r>
              <a:rPr lang="en-US" sz="4000" b="0" u="none" strike="noStrike" dirty="0">
                <a:solidFill>
                  <a:schemeClr val="dk1"/>
                </a:solidFill>
                <a:effectLst/>
                <a:uFillTx/>
                <a:latin typeface="Arial Rounded MT Bold" panose="020F0704030504030204" pitchFamily="34" charset="0"/>
                <a:ea typeface="Xanh Mono"/>
              </a:rPr>
              <a:t> Introduction</a:t>
            </a:r>
            <a:endParaRPr lang="fr-FR" sz="4000" b="0" u="none" strike="noStrike" dirty="0">
              <a:solidFill>
                <a:schemeClr val="dk1"/>
              </a:solidFill>
              <a:effectLst/>
              <a:uFillTx/>
              <a:latin typeface="Arial Rounded MT Bold" panose="020F0704030504030204" pitchFamily="34" charset="0"/>
            </a:endParaRPr>
          </a:p>
        </p:txBody>
      </p:sp>
      <p:sp>
        <p:nvSpPr>
          <p:cNvPr id="96" name="PlaceHolder 2"/>
          <p:cNvSpPr>
            <a:spLocks noGrp="1"/>
          </p:cNvSpPr>
          <p:nvPr>
            <p:ph type="title"/>
          </p:nvPr>
        </p:nvSpPr>
        <p:spPr>
          <a:xfrm>
            <a:off x="479672" y="740168"/>
            <a:ext cx="2104560" cy="153324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12600" b="0" u="none" strike="noStrike" dirty="0">
                <a:solidFill>
                  <a:schemeClr val="accent2"/>
                </a:solidFill>
                <a:effectLst/>
                <a:uFillTx/>
                <a:latin typeface="Calibri" panose="020F0502020204030204"/>
                <a:ea typeface="Xanh Mono"/>
              </a:rPr>
              <a:t>01</a:t>
            </a:r>
            <a:endParaRPr lang="fr-FR" sz="12600" b="0" u="none" strike="noStrike" dirty="0">
              <a:solidFill>
                <a:schemeClr val="dk1"/>
              </a:solidFill>
              <a:effectLst/>
              <a:uFillTx/>
              <a:latin typeface="Arial" panose="020B0604020202020204"/>
            </a:endParaRPr>
          </a:p>
        </p:txBody>
      </p:sp>
      <p:sp>
        <p:nvSpPr>
          <p:cNvPr id="97" name="Google Shape;261;p31"/>
          <p:cNvSpPr/>
          <p:nvPr/>
        </p:nvSpPr>
        <p:spPr>
          <a:xfrm>
            <a:off x="-108760" y="3147855"/>
            <a:ext cx="2697840" cy="45000"/>
          </a:xfrm>
          <a:custGeom>
            <a:avLst/>
            <a:gdLst>
              <a:gd name="textAreaLeft" fmla="*/ 0 w 2697840"/>
              <a:gd name="textAreaRight" fmla="*/ 2698200 w 2697840"/>
              <a:gd name="textAreaTop" fmla="*/ 0 h 45000"/>
              <a:gd name="textAreaBottom" fmla="*/ 45360 h 45000"/>
            </a:gdLst>
            <a:ahLst/>
            <a:cxnLst/>
            <a:rect l="textAreaLeft" t="textAreaTop" r="textAreaRight" b="textAreaBottom"/>
            <a:pathLst>
              <a:path w="107933" h="1811">
                <a:moveTo>
                  <a:pt x="0" y="1811"/>
                </a:moveTo>
                <a:cubicBezTo>
                  <a:pt x="10703" y="1523"/>
                  <a:pt x="46227" y="247"/>
                  <a:pt x="64216" y="82"/>
                </a:cubicBezTo>
                <a:cubicBezTo>
                  <a:pt x="82205" y="-83"/>
                  <a:pt x="100647" y="700"/>
                  <a:pt x="107933" y="823"/>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360" rIns="90000" bIns="360" anchor="t">
            <a:noAutofit/>
          </a:bodyPr>
          <a:lstStyle/>
          <a:p>
            <a:endParaRPr lang="en-US" sz="1800" b="0" u="none" strike="noStrike">
              <a:solidFill>
                <a:srgbClr val="FFFFFF"/>
              </a:solidFill>
              <a:effectLst/>
              <a:uFillTx/>
              <a:latin typeface="OpenSymbol"/>
            </a:endParaRPr>
          </a:p>
        </p:txBody>
      </p:sp>
      <p:sp>
        <p:nvSpPr>
          <p:cNvPr id="99" name="Google Shape;263;p31"/>
          <p:cNvSpPr/>
          <p:nvPr/>
        </p:nvSpPr>
        <p:spPr>
          <a:xfrm>
            <a:off x="279152" y="549724"/>
            <a:ext cx="2505600" cy="2053080"/>
          </a:xfrm>
          <a:custGeom>
            <a:avLst/>
            <a:gdLst>
              <a:gd name="textAreaLeft" fmla="*/ 0 w 2505600"/>
              <a:gd name="textAreaRight" fmla="*/ 2505960 w 2505600"/>
              <a:gd name="textAreaTop" fmla="*/ 0 h 2053080"/>
              <a:gd name="textAreaBottom" fmla="*/ 2053440 h 2053080"/>
            </a:gdLst>
            <a:ahLst/>
            <a:cxnLst/>
            <a:rect l="textAreaLeft" t="textAreaTop" r="textAreaRight" b="textAreaBottom"/>
            <a:pathLst>
              <a:path w="100232" h="82132">
                <a:moveTo>
                  <a:pt x="10081" y="0"/>
                </a:moveTo>
                <a:cubicBezTo>
                  <a:pt x="9381" y="12679"/>
                  <a:pt x="-9142" y="63188"/>
                  <a:pt x="5883" y="76072"/>
                </a:cubicBezTo>
                <a:cubicBezTo>
                  <a:pt x="20908" y="88957"/>
                  <a:pt x="84507" y="77101"/>
                  <a:pt x="100232" y="77307"/>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78" y="540989"/>
            <a:ext cx="3732926" cy="4194044"/>
          </a:xfrm>
          <a:prstGeom prst="rect">
            <a:avLst/>
          </a:prstGeom>
          <a:ln>
            <a:noFill/>
          </a:ln>
          <a:effectLst>
            <a:outerShdw blurRad="190500" algn="tl" rotWithShape="0">
              <a:srgbClr val="000000">
                <a:alpha val="7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235688" y="3628080"/>
            <a:ext cx="3400200" cy="12960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0" u="none" strike="noStrike" dirty="0">
                <a:solidFill>
                  <a:schemeClr val="dk1"/>
                </a:solidFill>
                <a:effectLst/>
                <a:uFillTx/>
                <a:latin typeface="Arial Rounded MT Bold" panose="020F0704030504030204" pitchFamily="34" charset="0"/>
                <a:ea typeface="Xanh Mono"/>
              </a:rPr>
              <a:t>Title and</a:t>
            </a:r>
            <a:r>
              <a:rPr lang="en-US" sz="2600" b="0" u="none" strike="noStrike" dirty="0">
                <a:solidFill>
                  <a:schemeClr val="dk1"/>
                </a:solidFill>
                <a:effectLst/>
                <a:uFillTx/>
                <a:latin typeface="Arial Rounded MT Bold" panose="020F0704030504030204" pitchFamily="34" charset="0"/>
                <a:ea typeface="Xanh Mono"/>
              </a:rPr>
              <a:t> Overview</a:t>
            </a:r>
            <a:endParaRPr lang="fr-FR" sz="2600" b="0" u="none" strike="noStrike" dirty="0">
              <a:solidFill>
                <a:schemeClr val="dk1"/>
              </a:solidFill>
              <a:effectLst/>
              <a:uFillTx/>
              <a:latin typeface="Arial Rounded MT Bold" panose="020F0704030504030204" pitchFamily="34" charset="0"/>
            </a:endParaRPr>
          </a:p>
        </p:txBody>
      </p:sp>
      <p:sp>
        <p:nvSpPr>
          <p:cNvPr id="101" name="PlaceHolder 2"/>
          <p:cNvSpPr>
            <a:spLocks noGrp="1"/>
          </p:cNvSpPr>
          <p:nvPr>
            <p:ph type="subTitle"/>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i="1" u="none" strike="noStrike" dirty="0">
                <a:solidFill>
                  <a:schemeClr val="dk1"/>
                </a:solidFill>
                <a:effectLst/>
                <a:uFillTx/>
                <a:latin typeface="Roboto Mono"/>
                <a:ea typeface="Roboto Mono"/>
              </a:rPr>
              <a:t>The Shawshank Redemption</a:t>
            </a:r>
            <a:r>
              <a:rPr lang="en-US" sz="1400" b="0" u="none" strike="noStrike" dirty="0">
                <a:solidFill>
                  <a:schemeClr val="dk1"/>
                </a:solidFill>
                <a:effectLst/>
                <a:uFillTx/>
                <a:latin typeface="Roboto Mono"/>
                <a:ea typeface="Roboto Mono"/>
              </a:rPr>
              <a:t> is a drama film directed by Frank </a:t>
            </a:r>
            <a:r>
              <a:rPr lang="en-US" sz="1400" b="0" u="none" strike="noStrike" dirty="0" err="1">
                <a:solidFill>
                  <a:schemeClr val="dk1"/>
                </a:solidFill>
                <a:effectLst/>
                <a:uFillTx/>
                <a:latin typeface="Roboto Mono"/>
                <a:ea typeface="Roboto Mono"/>
              </a:rPr>
              <a:t>Darabont</a:t>
            </a:r>
            <a:r>
              <a:rPr lang="en-US" sz="1400" b="0" u="none" strike="noStrike" dirty="0">
                <a:solidFill>
                  <a:schemeClr val="dk1"/>
                </a:solidFill>
                <a:effectLst/>
                <a:uFillTx/>
                <a:latin typeface="Roboto Mono"/>
                <a:ea typeface="Roboto Mono"/>
              </a:rPr>
              <a:t>, released in 1994. It tells the story of Andy Dufresne, a man wrongfully imprisoned, and his journey through hardship. The movie blends drama and deep emotional themes, drawing viewers into a tale of friendship and survival against all odds.</a:t>
            </a:r>
            <a:endParaRPr lang="en-US" sz="1400" b="0" u="none" strike="noStrike" dirty="0">
              <a:solidFill>
                <a:srgbClr val="FFFFFF"/>
              </a:solidFill>
              <a:effectLst/>
              <a:uFillTx/>
              <a:latin typeface="OpenSymbol"/>
            </a:endParaRPr>
          </a:p>
        </p:txBody>
      </p:sp>
      <p:sp>
        <p:nvSpPr>
          <p:cNvPr id="102"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5688" y="558239"/>
            <a:ext cx="2904461" cy="31489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pull/>
      </p:transition>
    </mc:Choice>
    <mc:Fallback xmlns="">
      <p:transition spd="med">
        <p:pull/>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228600" y="2571840"/>
            <a:ext cx="3371400" cy="1961640"/>
          </a:xfrm>
          <a:prstGeom prst="rect">
            <a:avLst/>
          </a:prstGeom>
          <a:noFill/>
          <a:ln w="0">
            <a:noFill/>
          </a:ln>
        </p:spPr>
        <p:txBody>
          <a:bodyPr lIns="91440" tIns="91440" rIns="91440" bIns="91440" anchor="b">
            <a:normAutofit/>
          </a:bodyPr>
          <a:lstStyle/>
          <a:p>
            <a:pPr indent="0">
              <a:lnSpc>
                <a:spcPct val="80000"/>
              </a:lnSpc>
              <a:buNone/>
              <a:tabLst>
                <a:tab pos="0" algn="l"/>
              </a:tabLst>
            </a:pPr>
            <a:r>
              <a:rPr lang="en-US" sz="3900" b="0" u="none" strike="noStrike" dirty="0">
                <a:solidFill>
                  <a:schemeClr val="dk1"/>
                </a:solidFill>
                <a:effectLst/>
                <a:uFillTx/>
                <a:latin typeface="Arial Rounded MT Bold" panose="020F0704030504030204" pitchFamily="34" charset="0"/>
                <a:ea typeface="Xanh Mono"/>
              </a:rPr>
              <a:t>Director, Year,</a:t>
            </a:r>
            <a:r>
              <a:rPr lang="en-US" sz="2600" b="0" u="none" strike="noStrike" dirty="0">
                <a:solidFill>
                  <a:schemeClr val="dk1"/>
                </a:solidFill>
                <a:effectLst/>
                <a:uFillTx/>
                <a:latin typeface="Arial Rounded MT Bold" panose="020F0704030504030204" pitchFamily="34" charset="0"/>
                <a:ea typeface="Xanh Mono"/>
              </a:rPr>
              <a:t> Genre</a:t>
            </a:r>
            <a:endParaRPr lang="fr-FR" sz="2600" b="0" u="none" strike="noStrike" dirty="0">
              <a:solidFill>
                <a:schemeClr val="dk1"/>
              </a:solidFill>
              <a:effectLst/>
              <a:uFillTx/>
              <a:latin typeface="Arial Rounded MT Bold" panose="020F0704030504030204" pitchFamily="34" charset="0"/>
            </a:endParaRPr>
          </a:p>
        </p:txBody>
      </p:sp>
      <p:sp>
        <p:nvSpPr>
          <p:cNvPr id="105" name="PlaceHolder 2"/>
          <p:cNvSpPr>
            <a:spLocks noGrp="1"/>
          </p:cNvSpPr>
          <p:nvPr>
            <p:ph type="subTitle"/>
          </p:nvPr>
        </p:nvSpPr>
        <p:spPr>
          <a:xfrm>
            <a:off x="3666960" y="2781360"/>
            <a:ext cx="5248080" cy="2133360"/>
          </a:xfrm>
          <a:prstGeom prst="rect">
            <a:avLst/>
          </a:prstGeom>
          <a:noFill/>
          <a:ln w="0">
            <a:noFill/>
          </a:ln>
        </p:spPr>
        <p:txBody>
          <a:bodyPr lIns="91440" tIns="91440" rIns="91440" bIns="91440" anchor="b">
            <a:normAutofit/>
          </a:bodyPr>
          <a:lstStyle/>
          <a:p>
            <a:pPr>
              <a:lnSpc>
                <a:spcPct val="150000"/>
              </a:lnSpc>
              <a:tabLst>
                <a:tab pos="0" algn="l"/>
              </a:tabLst>
            </a:pPr>
            <a:r>
              <a:rPr lang="en-US" sz="1200" b="0" u="none" strike="noStrike" dirty="0">
                <a:solidFill>
                  <a:schemeClr val="dk1"/>
                </a:solidFill>
                <a:effectLst/>
                <a:uFillTx/>
                <a:latin typeface="Roboto Mono"/>
                <a:ea typeface="Roboto Mono"/>
              </a:rPr>
              <a:t>Directed by Frank </a:t>
            </a:r>
            <a:r>
              <a:rPr lang="en-US" sz="1200" b="0" u="none" strike="noStrike" dirty="0" err="1">
                <a:solidFill>
                  <a:schemeClr val="dk1"/>
                </a:solidFill>
                <a:effectLst/>
                <a:uFillTx/>
                <a:latin typeface="Roboto Mono"/>
                <a:ea typeface="Roboto Mono"/>
              </a:rPr>
              <a:t>Darabont</a:t>
            </a:r>
            <a:r>
              <a:rPr lang="en-US" sz="1200" b="0" u="none" strike="noStrike" dirty="0">
                <a:solidFill>
                  <a:schemeClr val="dk1"/>
                </a:solidFill>
                <a:effectLst/>
                <a:uFillTx/>
                <a:latin typeface="Roboto Mono"/>
                <a:ea typeface="Roboto Mono"/>
              </a:rPr>
              <a:t>, this 1994 classic falls into the drama genre. It’s widely praised for its storytelling, character development, and inspiring message. The film combines suspense and heartfelt moments, making it a timeless favorite for audiences worldwide.</a:t>
            </a:r>
            <a:endParaRPr lang="en-US" sz="1200" b="0" u="none" strike="noStrike" dirty="0">
              <a:solidFill>
                <a:srgbClr val="FFFFFF"/>
              </a:solidFill>
              <a:effectLst/>
              <a:uFillTx/>
              <a:latin typeface="OpenSymbol"/>
            </a:endParaRPr>
          </a:p>
        </p:txBody>
      </p:sp>
      <p:sp>
        <p:nvSpPr>
          <p:cNvPr id="106" name="Google Shape;250;p30"/>
          <p:cNvSpPr/>
          <p:nvPr/>
        </p:nvSpPr>
        <p:spPr>
          <a:xfrm>
            <a:off x="4137450" y="488710"/>
            <a:ext cx="246600" cy="197280"/>
          </a:xfrm>
          <a:custGeom>
            <a:avLst/>
            <a:gdLst>
              <a:gd name="textAreaLeft" fmla="*/ 0 w 246600"/>
              <a:gd name="textAreaRight" fmla="*/ 246960 w 246600"/>
              <a:gd name="textAreaTop" fmla="*/ 0 h 197280"/>
              <a:gd name="textAreaBottom" fmla="*/ 197640 h 197280"/>
            </a:gdLst>
            <a:ahLst/>
            <a:cxnLst/>
            <a:rect l="textAreaLeft" t="textAreaTop" r="textAreaRight" b="textAreaBottom"/>
            <a:pathLst>
              <a:path w="9879" h="7903">
                <a:moveTo>
                  <a:pt x="9879" y="494"/>
                </a:moveTo>
                <a:lnTo>
                  <a:pt x="988" y="0"/>
                </a:lnTo>
                <a:lnTo>
                  <a:pt x="0" y="7903"/>
                </a:ln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07" name="Google Shape;251;p30"/>
          <p:cNvSpPr/>
          <p:nvPr/>
        </p:nvSpPr>
        <p:spPr>
          <a:xfrm>
            <a:off x="4137450" y="3375304"/>
            <a:ext cx="277560" cy="265320"/>
          </a:xfrm>
          <a:custGeom>
            <a:avLst/>
            <a:gdLst>
              <a:gd name="textAreaLeft" fmla="*/ 0 w 277560"/>
              <a:gd name="textAreaRight" fmla="*/ 277920 w 277560"/>
              <a:gd name="textAreaTop" fmla="*/ 0 h 265320"/>
              <a:gd name="textAreaBottom" fmla="*/ 265680 h 265320"/>
            </a:gdLst>
            <a:ahLst/>
            <a:cxnLst/>
            <a:rect l="textAreaLeft" t="textAreaTop" r="textAreaRight" b="textAreaBottom"/>
            <a:pathLst>
              <a:path w="11114" h="10621">
                <a:moveTo>
                  <a:pt x="0" y="0"/>
                </a:moveTo>
                <a:lnTo>
                  <a:pt x="247" y="10621"/>
                </a:lnTo>
                <a:lnTo>
                  <a:pt x="11114" y="10621"/>
                </a:ln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08" name="Google Shape;252;p30"/>
          <p:cNvSpPr/>
          <p:nvPr/>
        </p:nvSpPr>
        <p:spPr>
          <a:xfrm>
            <a:off x="8205907" y="488710"/>
            <a:ext cx="191160" cy="271440"/>
          </a:xfrm>
          <a:custGeom>
            <a:avLst/>
            <a:gdLst>
              <a:gd name="textAreaLeft" fmla="*/ 0 w 191160"/>
              <a:gd name="textAreaRight" fmla="*/ 191520 w 191160"/>
              <a:gd name="textAreaTop" fmla="*/ 0 h 271440"/>
              <a:gd name="textAreaBottom" fmla="*/ 271800 h 271440"/>
            </a:gdLst>
            <a:ahLst/>
            <a:cxnLst/>
            <a:rect l="textAreaLeft" t="textAreaTop" r="textAreaRight" b="textAreaBottom"/>
            <a:pathLst>
              <a:path w="7656" h="10867">
                <a:moveTo>
                  <a:pt x="0" y="247"/>
                </a:moveTo>
                <a:lnTo>
                  <a:pt x="7656" y="0"/>
                </a:lnTo>
                <a:lnTo>
                  <a:pt x="7162" y="10867"/>
                </a:ln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09" name="Google Shape;253;p30"/>
          <p:cNvSpPr/>
          <p:nvPr/>
        </p:nvSpPr>
        <p:spPr>
          <a:xfrm>
            <a:off x="8108039" y="3419472"/>
            <a:ext cx="284593" cy="181421"/>
          </a:xfrm>
          <a:custGeom>
            <a:avLst/>
            <a:gdLst>
              <a:gd name="textAreaLeft" fmla="*/ 0 w 271440"/>
              <a:gd name="textAreaRight" fmla="*/ 271800 w 271440"/>
              <a:gd name="textAreaTop" fmla="*/ 0 h 228240"/>
              <a:gd name="textAreaBottom" fmla="*/ 228600 h 228240"/>
            </a:gdLst>
            <a:ahLst/>
            <a:cxnLst/>
            <a:rect l="textAreaLeft" t="textAreaTop" r="textAreaRight" b="textAreaBottom"/>
            <a:pathLst>
              <a:path w="10867" h="9138">
                <a:moveTo>
                  <a:pt x="0" y="8644"/>
                </a:moveTo>
                <a:lnTo>
                  <a:pt x="10867" y="9138"/>
                </a:lnTo>
                <a:lnTo>
                  <a:pt x="10867" y="0"/>
                </a:ln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10" name="Google Shape;254;p30"/>
          <p:cNvSpPr/>
          <p:nvPr/>
        </p:nvSpPr>
        <p:spPr>
          <a:xfrm>
            <a:off x="0" y="4597848"/>
            <a:ext cx="1722240" cy="24480"/>
          </a:xfrm>
          <a:custGeom>
            <a:avLst/>
            <a:gdLst>
              <a:gd name="textAreaLeft" fmla="*/ 0 w 1722240"/>
              <a:gd name="textAreaRight" fmla="*/ 1722600 w 1722240"/>
              <a:gd name="textAreaTop" fmla="*/ 0 h 24480"/>
              <a:gd name="textAreaBottom" fmla="*/ 24840 h 24480"/>
            </a:gdLst>
            <a:ahLst/>
            <a:cxnLst/>
            <a:rect l="textAreaLeft" t="textAreaTop" r="textAreaRight" b="textAreaBottom"/>
            <a:pathLst>
              <a:path w="68909" h="988">
                <a:moveTo>
                  <a:pt x="0" y="988"/>
                </a:moveTo>
                <a:cubicBezTo>
                  <a:pt x="11485" y="823"/>
                  <a:pt x="57424" y="165"/>
                  <a:pt x="68909" y="0"/>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20160" rIns="90000" bIns="-20160" anchor="t">
            <a:noAutofit/>
          </a:bodyPr>
          <a:lstStyle/>
          <a:p>
            <a:endParaRPr lang="en-US" sz="1800" b="0" u="none" strike="noStrike">
              <a:solidFill>
                <a:srgbClr val="FFFFFF"/>
              </a:solidFill>
              <a:effectLst/>
              <a:uFillTx/>
              <a:latin typeface="OpenSymbo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0750" y="588960"/>
            <a:ext cx="4040737" cy="2958502"/>
          </a:xfrm>
          <a:prstGeom prst="rect">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2000">
        <p14:ripp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228600" y="3402418"/>
            <a:ext cx="3905280" cy="1521661"/>
          </a:xfrm>
          <a:prstGeom prst="rect">
            <a:avLst/>
          </a:prstGeom>
          <a:noFill/>
          <a:ln w="0">
            <a:noFill/>
          </a:ln>
        </p:spPr>
        <p:txBody>
          <a:bodyPr lIns="91440" tIns="91440" rIns="91440" bIns="91440" anchor="b">
            <a:noAutofit/>
          </a:bodyPr>
          <a:lstStyle/>
          <a:p>
            <a:pPr indent="0">
              <a:lnSpc>
                <a:spcPct val="100000"/>
              </a:lnSpc>
              <a:buNone/>
              <a:tabLst>
                <a:tab pos="0" algn="l"/>
              </a:tabLst>
            </a:pPr>
            <a:r>
              <a:rPr lang="en-US" sz="3200" b="0" u="none" strike="noStrike" dirty="0">
                <a:solidFill>
                  <a:schemeClr val="dk1"/>
                </a:solidFill>
                <a:effectLst/>
                <a:uFillTx/>
                <a:latin typeface="Arial Rounded MT Bold" panose="020F0704030504030204" pitchFamily="34" charset="0"/>
                <a:ea typeface="Xanh Mono"/>
              </a:rPr>
              <a:t>Reason for Choice and Inspirational</a:t>
            </a:r>
            <a:r>
              <a:rPr lang="en-US" sz="2000" b="0" u="none" strike="noStrike" dirty="0">
                <a:solidFill>
                  <a:schemeClr val="dk1"/>
                </a:solidFill>
                <a:effectLst/>
                <a:uFillTx/>
                <a:latin typeface="Arial Rounded MT Bold" panose="020F0704030504030204" pitchFamily="34" charset="0"/>
                <a:ea typeface="Xanh Mono"/>
              </a:rPr>
              <a:t> Message</a:t>
            </a:r>
            <a:endParaRPr lang="fr-FR" sz="2000" b="0" u="none" strike="noStrike" dirty="0">
              <a:solidFill>
                <a:schemeClr val="dk1"/>
              </a:solidFill>
              <a:effectLst/>
              <a:uFillTx/>
              <a:latin typeface="Arial Rounded MT Bold" panose="020F0704030504030204" pitchFamily="34" charset="0"/>
            </a:endParaRPr>
          </a:p>
        </p:txBody>
      </p:sp>
      <p:sp>
        <p:nvSpPr>
          <p:cNvPr id="112" name="PlaceHolder 2"/>
          <p:cNvSpPr>
            <a:spLocks noGrp="1"/>
          </p:cNvSpPr>
          <p:nvPr>
            <p:ph type="subTitle"/>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dirty="0">
                <a:solidFill>
                  <a:schemeClr val="dk1"/>
                </a:solidFill>
                <a:effectLst/>
                <a:uFillTx/>
                <a:latin typeface="Roboto Mono"/>
                <a:ea typeface="Roboto Mono"/>
              </a:rPr>
              <a:t>We chose </a:t>
            </a:r>
            <a:r>
              <a:rPr lang="en-US" sz="1400" b="0" i="1" u="none" strike="noStrike" dirty="0">
                <a:solidFill>
                  <a:schemeClr val="dk1"/>
                </a:solidFill>
                <a:effectLst/>
                <a:uFillTx/>
                <a:latin typeface="Roboto Mono"/>
                <a:ea typeface="Roboto Mono"/>
              </a:rPr>
              <a:t>The Shawshank Redemption</a:t>
            </a:r>
            <a:r>
              <a:rPr lang="en-US" sz="1400" b="0" u="none" strike="noStrike" dirty="0">
                <a:solidFill>
                  <a:schemeClr val="dk1"/>
                </a:solidFill>
                <a:effectLst/>
                <a:uFillTx/>
                <a:latin typeface="Roboto Mono"/>
                <a:ea typeface="Roboto Mono"/>
              </a:rPr>
              <a:t> because it’s a film full of </a:t>
            </a:r>
            <a:r>
              <a:rPr lang="en-US" sz="1400" b="1" u="none" strike="noStrike" dirty="0">
                <a:solidFill>
                  <a:schemeClr val="dk1"/>
                </a:solidFill>
                <a:effectLst/>
                <a:uFillTx/>
                <a:latin typeface="Roboto Mono"/>
                <a:ea typeface="Roboto Mono"/>
              </a:rPr>
              <a:t>hope</a:t>
            </a:r>
            <a:r>
              <a:rPr lang="en-US" sz="1400" b="0" u="none" strike="noStrike" dirty="0">
                <a:solidFill>
                  <a:schemeClr val="dk1"/>
                </a:solidFill>
                <a:effectLst/>
                <a:uFillTx/>
                <a:latin typeface="Roboto Mono"/>
                <a:ea typeface="Roboto Mono"/>
              </a:rPr>
              <a:t> and </a:t>
            </a:r>
            <a:r>
              <a:rPr lang="en-US" sz="1400" b="1" u="none" strike="noStrike" dirty="0">
                <a:solidFill>
                  <a:schemeClr val="dk1"/>
                </a:solidFill>
                <a:effectLst/>
                <a:uFillTx/>
                <a:latin typeface="Roboto Mono"/>
                <a:ea typeface="Roboto Mono"/>
              </a:rPr>
              <a:t>perseverance</a:t>
            </a:r>
            <a:r>
              <a:rPr lang="en-US" sz="1400" b="0" u="none" strike="noStrike" dirty="0">
                <a:solidFill>
                  <a:schemeClr val="dk1"/>
                </a:solidFill>
                <a:effectLst/>
                <a:uFillTx/>
                <a:latin typeface="Roboto Mono"/>
                <a:ea typeface="Roboto Mono"/>
              </a:rPr>
              <a:t>. It shows how no matter how tough life gets, holding on to hope can lead to incredible outcomes. The story inspires us to never give up, even in the darkest moments, making it a truly powerful and uplifting movie.</a:t>
            </a:r>
            <a:endParaRPr lang="en-US" sz="1400" b="0" u="none" strike="noStrike" dirty="0">
              <a:solidFill>
                <a:srgbClr val="FFFFFF"/>
              </a:solidFill>
              <a:effectLst/>
              <a:uFillTx/>
              <a:latin typeface="OpenSymbol"/>
            </a:endParaRPr>
          </a:p>
        </p:txBody>
      </p:sp>
      <p:sp>
        <p:nvSpPr>
          <p:cNvPr id="113"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84" y="531628"/>
            <a:ext cx="3429000" cy="301095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228600" y="2861310"/>
            <a:ext cx="3900170" cy="2052955"/>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800" b="0" u="none" strike="noStrike" dirty="0">
                <a:solidFill>
                  <a:schemeClr val="dk1"/>
                </a:solidFill>
                <a:effectLst/>
                <a:uFillTx/>
                <a:latin typeface="Arial Rounded MT Bold" panose="020F0704030504030204" pitchFamily="34" charset="0"/>
                <a:ea typeface="Xanh Mono"/>
              </a:rPr>
              <a:t>Characters and</a:t>
            </a:r>
            <a:r>
              <a:rPr lang="en-US" sz="3600" b="0" u="none" strike="noStrike" dirty="0">
                <a:solidFill>
                  <a:schemeClr val="dk1"/>
                </a:solidFill>
                <a:effectLst/>
                <a:uFillTx/>
                <a:latin typeface="Arial Rounded MT Bold" panose="020F0704030504030204" pitchFamily="34" charset="0"/>
                <a:ea typeface="Xanh Mono"/>
              </a:rPr>
              <a:t> Story</a:t>
            </a:r>
            <a:endParaRPr lang="fr-FR" sz="3600" b="0" u="none" strike="noStrike" dirty="0">
              <a:solidFill>
                <a:schemeClr val="dk1"/>
              </a:solidFill>
              <a:effectLst/>
              <a:uFillTx/>
              <a:latin typeface="Arial Rounded MT Bold" panose="020F0704030504030204" pitchFamily="34" charset="0"/>
            </a:endParaRPr>
          </a:p>
        </p:txBody>
      </p:sp>
      <p:sp>
        <p:nvSpPr>
          <p:cNvPr id="115" name="PlaceHolder 2"/>
          <p:cNvSpPr>
            <a:spLocks noGrp="1"/>
          </p:cNvSpPr>
          <p:nvPr>
            <p:ph type="title"/>
          </p:nvPr>
        </p:nvSpPr>
        <p:spPr>
          <a:xfrm>
            <a:off x="228600" y="913263"/>
            <a:ext cx="2104560" cy="153324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12600" b="0" u="none" strike="noStrike" dirty="0">
                <a:solidFill>
                  <a:schemeClr val="accent2"/>
                </a:solidFill>
                <a:effectLst/>
                <a:uFillTx/>
                <a:latin typeface="Calibri" panose="020F0502020204030204"/>
                <a:ea typeface="Xanh Mono"/>
              </a:rPr>
              <a:t>02</a:t>
            </a:r>
            <a:endParaRPr lang="fr-FR" sz="12600" b="0" u="none" strike="noStrike" dirty="0">
              <a:solidFill>
                <a:schemeClr val="dk1"/>
              </a:solidFill>
              <a:effectLst/>
              <a:uFillTx/>
              <a:latin typeface="Arial" panose="020B0604020202020204"/>
            </a:endParaRPr>
          </a:p>
        </p:txBody>
      </p:sp>
      <p:sp>
        <p:nvSpPr>
          <p:cNvPr id="116" name="Google Shape;261;p31"/>
          <p:cNvSpPr/>
          <p:nvPr/>
        </p:nvSpPr>
        <p:spPr>
          <a:xfrm>
            <a:off x="-80407" y="3274574"/>
            <a:ext cx="2697840" cy="45000"/>
          </a:xfrm>
          <a:custGeom>
            <a:avLst/>
            <a:gdLst>
              <a:gd name="textAreaLeft" fmla="*/ 0 w 2697840"/>
              <a:gd name="textAreaRight" fmla="*/ 2698200 w 2697840"/>
              <a:gd name="textAreaTop" fmla="*/ 0 h 45000"/>
              <a:gd name="textAreaBottom" fmla="*/ 45360 h 45000"/>
            </a:gdLst>
            <a:ahLst/>
            <a:cxnLst/>
            <a:rect l="textAreaLeft" t="textAreaTop" r="textAreaRight" b="textAreaBottom"/>
            <a:pathLst>
              <a:path w="107933" h="1811">
                <a:moveTo>
                  <a:pt x="0" y="1811"/>
                </a:moveTo>
                <a:cubicBezTo>
                  <a:pt x="10703" y="1523"/>
                  <a:pt x="46227" y="247"/>
                  <a:pt x="64216" y="82"/>
                </a:cubicBezTo>
                <a:cubicBezTo>
                  <a:pt x="82205" y="-83"/>
                  <a:pt x="100647" y="700"/>
                  <a:pt x="107933" y="823"/>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360" rIns="90000" bIns="360" anchor="t">
            <a:noAutofit/>
          </a:bodyPr>
          <a:lstStyle/>
          <a:p>
            <a:endParaRPr lang="en-US" sz="1800" b="0" u="none" strike="noStrike">
              <a:solidFill>
                <a:srgbClr val="FFFFFF"/>
              </a:solidFill>
              <a:effectLst/>
              <a:uFillTx/>
              <a:latin typeface="OpenSymbol"/>
            </a:endParaRPr>
          </a:p>
        </p:txBody>
      </p:sp>
      <p:sp>
        <p:nvSpPr>
          <p:cNvPr id="118" name="Google Shape;263;p31"/>
          <p:cNvSpPr/>
          <p:nvPr/>
        </p:nvSpPr>
        <p:spPr>
          <a:xfrm>
            <a:off x="228600" y="600827"/>
            <a:ext cx="2505600" cy="2053080"/>
          </a:xfrm>
          <a:custGeom>
            <a:avLst/>
            <a:gdLst>
              <a:gd name="textAreaLeft" fmla="*/ 0 w 2505600"/>
              <a:gd name="textAreaRight" fmla="*/ 2505960 w 2505600"/>
              <a:gd name="textAreaTop" fmla="*/ 0 h 2053080"/>
              <a:gd name="textAreaBottom" fmla="*/ 2053440 h 2053080"/>
            </a:gdLst>
            <a:ahLst/>
            <a:cxnLst/>
            <a:rect l="textAreaLeft" t="textAreaTop" r="textAreaRight" b="textAreaBottom"/>
            <a:pathLst>
              <a:path w="100232" h="82132">
                <a:moveTo>
                  <a:pt x="10081" y="0"/>
                </a:moveTo>
                <a:cubicBezTo>
                  <a:pt x="9381" y="12679"/>
                  <a:pt x="-9142" y="63188"/>
                  <a:pt x="5883" y="76072"/>
                </a:cubicBezTo>
                <a:cubicBezTo>
                  <a:pt x="20908" y="88957"/>
                  <a:pt x="84507" y="77101"/>
                  <a:pt x="100232" y="77307"/>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27246" y="577005"/>
            <a:ext cx="4008682" cy="433726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mc:AlternateContent xmlns:mc="http://schemas.openxmlformats.org/markup-compatibility/2006" xmlns:p14="http://schemas.microsoft.com/office/powerpoint/2010/main">
    <mc:Choice Requires="p14">
      <p:transition spd="slow">
        <p:push dir="u"/>
      </p:transition>
    </mc:Choice>
    <mc:Fallback xmlns="">
      <p:transition spd="slow">
        <p:push dir="u"/>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228600" y="2571840"/>
            <a:ext cx="3371400" cy="1961640"/>
          </a:xfrm>
          <a:prstGeom prst="rect">
            <a:avLst/>
          </a:prstGeom>
          <a:noFill/>
          <a:ln w="0">
            <a:noFill/>
          </a:ln>
        </p:spPr>
        <p:txBody>
          <a:bodyPr lIns="91440" tIns="91440" rIns="91440" bIns="91440" anchor="b">
            <a:noAutofit/>
          </a:bodyPr>
          <a:lstStyle/>
          <a:p>
            <a:pPr indent="0">
              <a:lnSpc>
                <a:spcPct val="80000"/>
              </a:lnSpc>
              <a:buNone/>
              <a:tabLst>
                <a:tab pos="0" algn="l"/>
              </a:tabLst>
            </a:pPr>
            <a:r>
              <a:rPr lang="en-US" sz="4000" b="0" u="none" strike="noStrike" dirty="0">
                <a:solidFill>
                  <a:schemeClr val="dk1"/>
                </a:solidFill>
                <a:effectLst/>
                <a:uFillTx/>
                <a:latin typeface="Arial Rounded MT Bold" panose="020F0704030504030204" pitchFamily="34" charset="0"/>
                <a:ea typeface="Xanh Mono"/>
              </a:rPr>
              <a:t>Main Characters and Their</a:t>
            </a:r>
            <a:r>
              <a:rPr lang="en-US" sz="2800" b="0" u="none" strike="noStrike" dirty="0">
                <a:solidFill>
                  <a:schemeClr val="dk1"/>
                </a:solidFill>
                <a:effectLst/>
                <a:uFillTx/>
                <a:latin typeface="Arial Rounded MT Bold" panose="020F0704030504030204" pitchFamily="34" charset="0"/>
                <a:ea typeface="Xanh Mono"/>
              </a:rPr>
              <a:t> Roles</a:t>
            </a:r>
            <a:endParaRPr lang="fr-FR" sz="2800" b="0" u="none" strike="noStrike" dirty="0">
              <a:solidFill>
                <a:schemeClr val="dk1"/>
              </a:solidFill>
              <a:effectLst/>
              <a:uFillTx/>
              <a:latin typeface="Arial Rounded MT Bold" panose="020F0704030504030204" pitchFamily="34" charset="0"/>
            </a:endParaRPr>
          </a:p>
        </p:txBody>
      </p:sp>
      <p:sp>
        <p:nvSpPr>
          <p:cNvPr id="121" name="PlaceHolder 2"/>
          <p:cNvSpPr>
            <a:spLocks noGrp="1"/>
          </p:cNvSpPr>
          <p:nvPr>
            <p:ph type="subTitle"/>
          </p:nvPr>
        </p:nvSpPr>
        <p:spPr>
          <a:xfrm>
            <a:off x="3666960" y="2781360"/>
            <a:ext cx="5248080" cy="2133360"/>
          </a:xfrm>
          <a:prstGeom prst="rect">
            <a:avLst/>
          </a:prstGeom>
          <a:noFill/>
          <a:ln w="0">
            <a:noFill/>
          </a:ln>
        </p:spPr>
        <p:txBody>
          <a:bodyPr lIns="91440" tIns="91440" rIns="91440" bIns="91440" anchor="b">
            <a:normAutofit/>
          </a:bodyPr>
          <a:lstStyle/>
          <a:p>
            <a:pPr>
              <a:lnSpc>
                <a:spcPct val="150000"/>
              </a:lnSpc>
              <a:tabLst>
                <a:tab pos="0" algn="l"/>
              </a:tabLst>
            </a:pPr>
            <a:r>
              <a:rPr lang="en-US" sz="1200" b="0" u="none" strike="noStrike">
                <a:solidFill>
                  <a:schemeClr val="dk1"/>
                </a:solidFill>
                <a:effectLst/>
                <a:uFillTx/>
                <a:latin typeface="Roboto Mono"/>
                <a:ea typeface="Roboto Mono"/>
              </a:rPr>
              <a:t>The film features Andy Dufresne, the hopeful and clever main character. Red is his loyal friend and mentor, providing support throughout. Warden Norton is the antagonist, symbolizing corruption and control. Each character plays a crucial role in showing how friendship and resilience help overcome tough situations.</a:t>
            </a:r>
            <a:endParaRPr lang="en-US" sz="1200" b="0" u="none" strike="noStrike">
              <a:solidFill>
                <a:srgbClr val="FFFFFF"/>
              </a:solidFill>
              <a:effectLst/>
              <a:uFillTx/>
              <a:latin typeface="OpenSymbol"/>
            </a:endParaRPr>
          </a:p>
        </p:txBody>
      </p:sp>
      <p:sp>
        <p:nvSpPr>
          <p:cNvPr id="122" name="Google Shape;250;p30"/>
          <p:cNvSpPr/>
          <p:nvPr/>
        </p:nvSpPr>
        <p:spPr>
          <a:xfrm>
            <a:off x="4271220" y="490320"/>
            <a:ext cx="246600" cy="197280"/>
          </a:xfrm>
          <a:custGeom>
            <a:avLst/>
            <a:gdLst>
              <a:gd name="textAreaLeft" fmla="*/ 0 w 246600"/>
              <a:gd name="textAreaRight" fmla="*/ 246960 w 246600"/>
              <a:gd name="textAreaTop" fmla="*/ 0 h 197280"/>
              <a:gd name="textAreaBottom" fmla="*/ 197640 h 197280"/>
            </a:gdLst>
            <a:ahLst/>
            <a:cxnLst/>
            <a:rect l="textAreaLeft" t="textAreaTop" r="textAreaRight" b="textAreaBottom"/>
            <a:pathLst>
              <a:path w="9879" h="7903">
                <a:moveTo>
                  <a:pt x="9879" y="494"/>
                </a:moveTo>
                <a:lnTo>
                  <a:pt x="988" y="0"/>
                </a:lnTo>
                <a:lnTo>
                  <a:pt x="0" y="7903"/>
                </a:ln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23" name="Google Shape;251;p30"/>
          <p:cNvSpPr/>
          <p:nvPr/>
        </p:nvSpPr>
        <p:spPr>
          <a:xfrm>
            <a:off x="4295694" y="3060270"/>
            <a:ext cx="277560" cy="265320"/>
          </a:xfrm>
          <a:custGeom>
            <a:avLst/>
            <a:gdLst>
              <a:gd name="textAreaLeft" fmla="*/ 0 w 277560"/>
              <a:gd name="textAreaRight" fmla="*/ 277920 w 277560"/>
              <a:gd name="textAreaTop" fmla="*/ 0 h 265320"/>
              <a:gd name="textAreaBottom" fmla="*/ 265680 h 265320"/>
            </a:gdLst>
            <a:ahLst/>
            <a:cxnLst/>
            <a:rect l="textAreaLeft" t="textAreaTop" r="textAreaRight" b="textAreaBottom"/>
            <a:pathLst>
              <a:path w="11114" h="10621">
                <a:moveTo>
                  <a:pt x="0" y="0"/>
                </a:moveTo>
                <a:lnTo>
                  <a:pt x="247" y="10621"/>
                </a:lnTo>
                <a:lnTo>
                  <a:pt x="11114" y="10621"/>
                </a:ln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24" name="Google Shape;252;p30"/>
          <p:cNvSpPr/>
          <p:nvPr/>
        </p:nvSpPr>
        <p:spPr>
          <a:xfrm>
            <a:off x="8112407" y="489974"/>
            <a:ext cx="191160" cy="228070"/>
          </a:xfrm>
          <a:custGeom>
            <a:avLst/>
            <a:gdLst>
              <a:gd name="textAreaLeft" fmla="*/ 0 w 191160"/>
              <a:gd name="textAreaRight" fmla="*/ 191520 w 191160"/>
              <a:gd name="textAreaTop" fmla="*/ 0 h 271440"/>
              <a:gd name="textAreaBottom" fmla="*/ 271800 h 271440"/>
            </a:gdLst>
            <a:ahLst/>
            <a:cxnLst/>
            <a:rect l="textAreaLeft" t="textAreaTop" r="textAreaRight" b="textAreaBottom"/>
            <a:pathLst>
              <a:path w="7656" h="10867">
                <a:moveTo>
                  <a:pt x="0" y="247"/>
                </a:moveTo>
                <a:lnTo>
                  <a:pt x="7656" y="0"/>
                </a:lnTo>
                <a:lnTo>
                  <a:pt x="7162" y="10867"/>
                </a:ln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25" name="Google Shape;253;p30"/>
          <p:cNvSpPr/>
          <p:nvPr/>
        </p:nvSpPr>
        <p:spPr>
          <a:xfrm>
            <a:off x="8032127" y="3097696"/>
            <a:ext cx="271440" cy="228240"/>
          </a:xfrm>
          <a:custGeom>
            <a:avLst/>
            <a:gdLst>
              <a:gd name="textAreaLeft" fmla="*/ 0 w 271440"/>
              <a:gd name="textAreaRight" fmla="*/ 271800 w 271440"/>
              <a:gd name="textAreaTop" fmla="*/ 0 h 228240"/>
              <a:gd name="textAreaBottom" fmla="*/ 228600 h 228240"/>
            </a:gdLst>
            <a:ahLst/>
            <a:cxnLst/>
            <a:rect l="textAreaLeft" t="textAreaTop" r="textAreaRight" b="textAreaBottom"/>
            <a:pathLst>
              <a:path w="10867" h="9138">
                <a:moveTo>
                  <a:pt x="0" y="8644"/>
                </a:moveTo>
                <a:lnTo>
                  <a:pt x="10867" y="9138"/>
                </a:lnTo>
                <a:lnTo>
                  <a:pt x="10867" y="0"/>
                </a:ln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26" name="Google Shape;254;p30"/>
          <p:cNvSpPr/>
          <p:nvPr/>
        </p:nvSpPr>
        <p:spPr>
          <a:xfrm>
            <a:off x="1643760" y="4456080"/>
            <a:ext cx="1722240" cy="24480"/>
          </a:xfrm>
          <a:custGeom>
            <a:avLst/>
            <a:gdLst>
              <a:gd name="textAreaLeft" fmla="*/ 0 w 1722240"/>
              <a:gd name="textAreaRight" fmla="*/ 1722600 w 1722240"/>
              <a:gd name="textAreaTop" fmla="*/ 0 h 24480"/>
              <a:gd name="textAreaBottom" fmla="*/ 24840 h 24480"/>
            </a:gdLst>
            <a:ahLst/>
            <a:cxnLst/>
            <a:rect l="textAreaLeft" t="textAreaTop" r="textAreaRight" b="textAreaBottom"/>
            <a:pathLst>
              <a:path w="68909" h="988">
                <a:moveTo>
                  <a:pt x="0" y="988"/>
                </a:moveTo>
                <a:cubicBezTo>
                  <a:pt x="11485" y="823"/>
                  <a:pt x="57424" y="165"/>
                  <a:pt x="68909" y="0"/>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20160" rIns="90000" bIns="-20160" anchor="t">
            <a:noAutofit/>
          </a:bodyPr>
          <a:lstStyle/>
          <a:p>
            <a:endParaRPr lang="en-US" sz="1800" b="0" u="none" strike="noStrike">
              <a:solidFill>
                <a:srgbClr val="FFFFFF"/>
              </a:solidFill>
              <a:effectLst/>
              <a:uFillTx/>
              <a:latin typeface="OpenSymbo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4864" y="588960"/>
            <a:ext cx="1660950" cy="16609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7138" y="588961"/>
            <a:ext cx="1660950" cy="16609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3016" y="574158"/>
            <a:ext cx="3853572" cy="26527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228600" y="3067200"/>
            <a:ext cx="3400200" cy="18568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400" b="0" u="none" strike="noStrike" dirty="0">
                <a:solidFill>
                  <a:schemeClr val="dk1"/>
                </a:solidFill>
                <a:effectLst/>
                <a:uFillTx/>
                <a:latin typeface="Arial Rounded MT Bold" panose="020F0704030504030204" pitchFamily="34" charset="0"/>
                <a:ea typeface="Xanh Mono"/>
              </a:rPr>
              <a:t>Plot</a:t>
            </a:r>
            <a:r>
              <a:rPr lang="en-US" sz="3200" b="0" u="none" strike="noStrike" dirty="0">
                <a:solidFill>
                  <a:schemeClr val="dk1"/>
                </a:solidFill>
                <a:effectLst/>
                <a:uFillTx/>
                <a:latin typeface="Arial Rounded MT Bold" panose="020F0704030504030204" pitchFamily="34" charset="0"/>
                <a:ea typeface="Xanh Mono"/>
              </a:rPr>
              <a:t> Highlights</a:t>
            </a:r>
            <a:endParaRPr lang="fr-FR" sz="3200" b="0" u="none" strike="noStrike" dirty="0">
              <a:solidFill>
                <a:schemeClr val="dk1"/>
              </a:solidFill>
              <a:effectLst/>
              <a:uFillTx/>
              <a:latin typeface="Arial Rounded MT Bold" panose="020F0704030504030204" pitchFamily="34" charset="0"/>
            </a:endParaRPr>
          </a:p>
        </p:txBody>
      </p:sp>
      <p:sp>
        <p:nvSpPr>
          <p:cNvPr id="128" name="PlaceHolder 2"/>
          <p:cNvSpPr>
            <a:spLocks noGrp="1"/>
          </p:cNvSpPr>
          <p:nvPr>
            <p:ph type="subTitle"/>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dirty="0">
                <a:solidFill>
                  <a:schemeClr val="dk1"/>
                </a:solidFill>
                <a:effectLst/>
                <a:uFillTx/>
                <a:latin typeface="Roboto Mono"/>
                <a:ea typeface="Roboto Mono"/>
              </a:rPr>
              <a:t>Andy is wrongfully imprisoned but never loses hope. He forms a strong friendship with Red and faces many challenges inside prison. Through cleverness and determination, Andy plans and executes a brilliant escape, ultimately finding his redemption and freedom after years of struggle.</a:t>
            </a:r>
            <a:endParaRPr lang="en-US" sz="1400" b="0" u="none" strike="noStrike" dirty="0">
              <a:solidFill>
                <a:srgbClr val="FFFFFF"/>
              </a:solidFill>
              <a:effectLst/>
              <a:uFillTx/>
              <a:latin typeface="OpenSymbol"/>
            </a:endParaRPr>
          </a:p>
        </p:txBody>
      </p:sp>
      <p:sp>
        <p:nvSpPr>
          <p:cNvPr id="129"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744279"/>
            <a:ext cx="3807720" cy="251637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228600" y="3067200"/>
            <a:ext cx="3400200" cy="18568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0" u="none" strike="noStrike" dirty="0">
                <a:solidFill>
                  <a:schemeClr val="dk1"/>
                </a:solidFill>
                <a:effectLst/>
                <a:uFillTx/>
                <a:latin typeface="Arial Rounded MT Bold" panose="020F0704030504030204" pitchFamily="34" charset="0"/>
                <a:ea typeface="Xanh Mono"/>
              </a:rPr>
              <a:t>Key Themes and Life</a:t>
            </a:r>
            <a:r>
              <a:rPr lang="en-US" sz="2600" b="0" u="none" strike="noStrike" dirty="0">
                <a:solidFill>
                  <a:schemeClr val="dk1"/>
                </a:solidFill>
                <a:effectLst/>
                <a:uFillTx/>
                <a:latin typeface="Arial Rounded MT Bold" panose="020F0704030504030204" pitchFamily="34" charset="0"/>
                <a:ea typeface="Xanh Mono"/>
              </a:rPr>
              <a:t> Lessons</a:t>
            </a:r>
            <a:endParaRPr lang="fr-FR" sz="2600" b="0" u="none" strike="noStrike" dirty="0">
              <a:solidFill>
                <a:schemeClr val="dk1"/>
              </a:solidFill>
              <a:effectLst/>
              <a:uFillTx/>
              <a:latin typeface="Arial Rounded MT Bold" panose="020F0704030504030204" pitchFamily="34" charset="0"/>
            </a:endParaRPr>
          </a:p>
        </p:txBody>
      </p:sp>
      <p:sp>
        <p:nvSpPr>
          <p:cNvPr id="131" name="PlaceHolder 2"/>
          <p:cNvSpPr>
            <a:spLocks noGrp="1"/>
          </p:cNvSpPr>
          <p:nvPr>
            <p:ph type="subTitle"/>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dirty="0">
                <a:solidFill>
                  <a:schemeClr val="dk1"/>
                </a:solidFill>
                <a:effectLst/>
                <a:uFillTx/>
                <a:latin typeface="Roboto Mono"/>
                <a:ea typeface="Roboto Mono"/>
              </a:rPr>
              <a:t>The movie teaches powerful lessons about </a:t>
            </a:r>
            <a:r>
              <a:rPr lang="en-US" sz="1400" b="1" u="none" strike="noStrike" dirty="0">
                <a:solidFill>
                  <a:schemeClr val="dk1"/>
                </a:solidFill>
                <a:effectLst/>
                <a:uFillTx/>
                <a:latin typeface="Roboto Mono"/>
                <a:ea typeface="Roboto Mono"/>
              </a:rPr>
              <a:t>hope</a:t>
            </a:r>
            <a:r>
              <a:rPr lang="en-US" sz="1400" b="0" u="none" strike="noStrike" dirty="0">
                <a:solidFill>
                  <a:schemeClr val="dk1"/>
                </a:solidFill>
                <a:effectLst/>
                <a:uFillTx/>
                <a:latin typeface="Roboto Mono"/>
                <a:ea typeface="Roboto Mono"/>
              </a:rPr>
              <a:t>, </a:t>
            </a:r>
            <a:r>
              <a:rPr lang="en-US" sz="1400" b="1" u="none" strike="noStrike" dirty="0">
                <a:solidFill>
                  <a:schemeClr val="dk1"/>
                </a:solidFill>
                <a:effectLst/>
                <a:uFillTx/>
                <a:latin typeface="Roboto Mono"/>
                <a:ea typeface="Roboto Mono"/>
              </a:rPr>
              <a:t>perseverance</a:t>
            </a:r>
            <a:r>
              <a:rPr lang="en-US" sz="1400" b="0" u="none" strike="noStrike" dirty="0">
                <a:solidFill>
                  <a:schemeClr val="dk1"/>
                </a:solidFill>
                <a:effectLst/>
                <a:uFillTx/>
                <a:latin typeface="Roboto Mono"/>
                <a:ea typeface="Roboto Mono"/>
              </a:rPr>
              <a:t>, and the strength of friendship. It shows that loyal bonds and a positive mindset can help overcome even the harshest conditions. The film invites us to believe in second chances and the possibility of freedom beyond our struggles.</a:t>
            </a:r>
            <a:endParaRPr lang="en-US" sz="1400" b="0" u="none" strike="noStrike" dirty="0">
              <a:solidFill>
                <a:srgbClr val="FFFFFF"/>
              </a:solidFill>
              <a:effectLst/>
              <a:uFillTx/>
              <a:latin typeface="OpenSymbol"/>
            </a:endParaRPr>
          </a:p>
        </p:txBody>
      </p:sp>
      <p:sp>
        <p:nvSpPr>
          <p:cNvPr id="132"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84440" y="-112888"/>
            <a:ext cx="2135122" cy="3708580"/>
          </a:xfrm>
          <a:prstGeom prst="rect">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push dir="u"/>
      </p:transition>
    </mc:Choice>
    <mc:Fallback xmlns="">
      <p:transition spd="slow">
        <p:push dir="u"/>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228600" y="4139608"/>
            <a:ext cx="3400200" cy="784471"/>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0" u="none" strike="noStrike" dirty="0" smtClean="0">
                <a:solidFill>
                  <a:schemeClr val="dk1"/>
                </a:solidFill>
                <a:effectLst/>
                <a:uFillTx/>
                <a:latin typeface="Arial Rounded MT Bold" panose="020F0704030504030204" pitchFamily="34" charset="0"/>
                <a:ea typeface="Xanh Mono"/>
              </a:rPr>
              <a:t>Termination</a:t>
            </a:r>
            <a:endParaRPr lang="fr-FR" sz="3900" b="0" u="none" strike="noStrike" dirty="0">
              <a:solidFill>
                <a:schemeClr val="dk1"/>
              </a:solidFill>
              <a:effectLst/>
              <a:uFillTx/>
              <a:latin typeface="Arial Rounded MT Bold" panose="020F0704030504030204" pitchFamily="34" charset="0"/>
            </a:endParaRPr>
          </a:p>
        </p:txBody>
      </p:sp>
      <p:sp>
        <p:nvSpPr>
          <p:cNvPr id="134" name="PlaceHolder 2"/>
          <p:cNvSpPr>
            <a:spLocks noGrp="1"/>
          </p:cNvSpPr>
          <p:nvPr>
            <p:ph type="subTitle"/>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i="1" u="none" strike="noStrike" dirty="0">
                <a:solidFill>
                  <a:schemeClr val="dk1"/>
                </a:solidFill>
                <a:effectLst/>
                <a:uFillTx/>
                <a:latin typeface="Roboto Mono"/>
                <a:ea typeface="Roboto Mono"/>
              </a:rPr>
              <a:t>The Shawshank Redemption</a:t>
            </a:r>
            <a:r>
              <a:rPr lang="en-US" sz="1400" b="0" u="none" strike="noStrike" dirty="0">
                <a:solidFill>
                  <a:schemeClr val="dk1"/>
                </a:solidFill>
                <a:effectLst/>
                <a:uFillTx/>
                <a:latin typeface="Roboto Mono"/>
                <a:ea typeface="Roboto Mono"/>
              </a:rPr>
              <a:t> leaves us with a message that hope and resilience are essential in life. It reminds us that friendship and loyalty help us push through challenges, and that freedom is more than physical—its a state of mind worth fighting for. This movie inspires viewers to keep going, no matter what.</a:t>
            </a:r>
            <a:endParaRPr lang="en-US" sz="1400" b="0" u="none" strike="noStrike" dirty="0">
              <a:solidFill>
                <a:srgbClr val="FFFFFF"/>
              </a:solidFill>
              <a:effectLst/>
              <a:uFillTx/>
              <a:latin typeface="OpenSymbol"/>
            </a:endParaRPr>
          </a:p>
        </p:txBody>
      </p:sp>
      <p:sp>
        <p:nvSpPr>
          <p:cNvPr id="135"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551564"/>
            <a:ext cx="3801088" cy="3492316"/>
          </a:xfrm>
          <a:prstGeom prst="rect">
            <a:avLst/>
          </a:prstGeom>
          <a:ln>
            <a:noFill/>
          </a:ln>
          <a:effectLst>
            <a:outerShdw blurRad="190500" algn="tl" rotWithShape="0">
              <a:srgbClr val="000000">
                <a:alpha val="70000"/>
              </a:srgbClr>
            </a:outerShdw>
          </a:effectLst>
        </p:spPr>
      </p:pic>
    </p:spTree>
  </p:cSld>
  <p:clrMapOvr>
    <a:masterClrMapping/>
  </p:clrMapOvr>
  <mc:AlternateContent xmlns:mc="http://schemas.openxmlformats.org/markup-compatibility/2006" xmlns:p14="http://schemas.microsoft.com/office/powerpoint/2010/main">
    <mc:Choice Requires="p14">
      <p:transition spd="slow">
        <p:cover dir="d"/>
      </p:transition>
    </mc:Choice>
    <mc:Fallback xmlns="">
      <p:transition spd="slow">
        <p:cover dir="d"/>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110697" y="690242"/>
            <a:ext cx="3816262" cy="2215991"/>
          </a:xfrm>
          <a:prstGeom prst="rect">
            <a:avLst/>
          </a:prstGeom>
          <a:noFill/>
          <a:ln w="0">
            <a:noFill/>
          </a:ln>
        </p:spPr>
        <p:txBody>
          <a:bodyPr wrap="square" lIns="91440" tIns="91440" rIns="91440" bIns="91440" anchor="t">
            <a:spAutoFit/>
          </a:bodyPr>
          <a:lstStyle/>
          <a:p>
            <a:pPr indent="0">
              <a:lnSpc>
                <a:spcPct val="100000"/>
              </a:lnSpc>
              <a:buNone/>
              <a:tabLst>
                <a:tab pos="0" algn="l"/>
              </a:tabLst>
            </a:pPr>
            <a:r>
              <a:rPr lang="en-GB" sz="6600" b="0" u="none" strike="noStrike" dirty="0">
                <a:solidFill>
                  <a:schemeClr val="dk1"/>
                </a:solidFill>
                <a:effectLst/>
                <a:uFillTx/>
                <a:latin typeface="Vivaldi" panose="03020602050506090804" pitchFamily="66" charset="0"/>
                <a:ea typeface="Xanh Mono"/>
              </a:rPr>
              <a:t>T</a:t>
            </a:r>
            <a:r>
              <a:rPr lang="en-GB" sz="4400" b="0" u="none" strike="noStrike" dirty="0">
                <a:solidFill>
                  <a:schemeClr val="dk1"/>
                </a:solidFill>
                <a:effectLst/>
                <a:uFillTx/>
                <a:latin typeface="Vivaldi" panose="03020602050506090804" pitchFamily="66" charset="0"/>
                <a:ea typeface="Xanh Mono"/>
              </a:rPr>
              <a:t>hanks for your </a:t>
            </a:r>
            <a:r>
              <a:rPr lang="en-GB" sz="6600" b="0" u="none" strike="noStrike" dirty="0">
                <a:solidFill>
                  <a:schemeClr val="dk1"/>
                </a:solidFill>
                <a:effectLst/>
                <a:uFillTx/>
                <a:latin typeface="Vivaldi" panose="03020602050506090804" pitchFamily="66" charset="0"/>
                <a:ea typeface="Xanh Mono"/>
              </a:rPr>
              <a:t>a</a:t>
            </a:r>
            <a:r>
              <a:rPr lang="en-GB" sz="4400" b="0" u="none" strike="noStrike" dirty="0">
                <a:solidFill>
                  <a:schemeClr val="dk1"/>
                </a:solidFill>
                <a:effectLst/>
                <a:uFillTx/>
                <a:latin typeface="Vivaldi" panose="03020602050506090804" pitchFamily="66" charset="0"/>
                <a:ea typeface="Xanh Mono"/>
              </a:rPr>
              <a:t>ttention</a:t>
            </a:r>
            <a:endParaRPr lang="fr-FR" sz="4400" b="0" u="none" strike="noStrike" dirty="0">
              <a:solidFill>
                <a:schemeClr val="dk1"/>
              </a:solidFill>
              <a:effectLst/>
              <a:uFillTx/>
              <a:latin typeface="Vivaldi" panose="03020602050506090804" pitchFamily="66" charset="0"/>
            </a:endParaRPr>
          </a:p>
        </p:txBody>
      </p:sp>
      <p:sp>
        <p:nvSpPr>
          <p:cNvPr id="138" name="PlaceHolder 2"/>
          <p:cNvSpPr>
            <a:spLocks noGrp="1"/>
          </p:cNvSpPr>
          <p:nvPr>
            <p:ph type="subTitle"/>
          </p:nvPr>
        </p:nvSpPr>
        <p:spPr>
          <a:xfrm>
            <a:off x="3619440" y="3933720"/>
            <a:ext cx="5285880" cy="58293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1400" b="1" u="none" strike="noStrike" dirty="0">
                <a:solidFill>
                  <a:schemeClr val="dk1"/>
                </a:solidFill>
                <a:effectLst/>
                <a:uFillTx/>
                <a:latin typeface="Pristina" panose="03060402040406080204" pitchFamily="66" charset="0"/>
                <a:ea typeface="Roboto Mono"/>
              </a:rPr>
              <a:t>Do you have any questions?</a:t>
            </a:r>
            <a:endParaRPr lang="en-US" sz="1400" b="0" u="none" strike="noStrike" dirty="0">
              <a:solidFill>
                <a:srgbClr val="FFFFFF"/>
              </a:solidFill>
              <a:effectLst/>
              <a:uFillTx/>
              <a:latin typeface="Pristina" panose="03060402040406080204" pitchFamily="66" charset="0"/>
            </a:endParaRPr>
          </a:p>
          <a:p>
            <a:pPr indent="0">
              <a:lnSpc>
                <a:spcPct val="100000"/>
              </a:lnSpc>
              <a:buNone/>
              <a:tabLst>
                <a:tab pos="0" algn="l"/>
              </a:tabLst>
            </a:pPr>
            <a:r>
              <a:rPr lang="en-US" altLang="en-GB" sz="1200" b="0" u="none" strike="noStrike" dirty="0">
                <a:solidFill>
                  <a:schemeClr val="dk1"/>
                </a:solidFill>
                <a:effectLst/>
                <a:uFillTx/>
                <a:latin typeface="Pristina" panose="03060402040406080204" pitchFamily="66" charset="0"/>
                <a:ea typeface="Roboto Mono"/>
              </a:rPr>
              <a:t>nafisaahmed8522@hotmail.</a:t>
            </a:r>
            <a:r>
              <a:rPr lang="en-GB" sz="1200" b="0" u="none" strike="noStrike" dirty="0">
                <a:solidFill>
                  <a:schemeClr val="dk1"/>
                </a:solidFill>
                <a:effectLst/>
                <a:uFillTx/>
                <a:latin typeface="Pristina" panose="03060402040406080204" pitchFamily="66" charset="0"/>
                <a:ea typeface="Roboto Mono"/>
              </a:rPr>
              <a:t>com | +</a:t>
            </a:r>
            <a:r>
              <a:rPr lang="en-US" altLang="en-GB" sz="1200" b="0" u="none" strike="noStrike" dirty="0">
                <a:solidFill>
                  <a:schemeClr val="dk1"/>
                </a:solidFill>
                <a:effectLst/>
                <a:uFillTx/>
                <a:latin typeface="Pristina" panose="03060402040406080204" pitchFamily="66" charset="0"/>
                <a:ea typeface="Roboto Mono"/>
              </a:rPr>
              <a:t>88 016367 68522</a:t>
            </a:r>
            <a:r>
              <a:rPr lang="en-GB" sz="1200" b="0" u="none" strike="noStrike" dirty="0">
                <a:solidFill>
                  <a:schemeClr val="dk1"/>
                </a:solidFill>
                <a:effectLst/>
                <a:uFillTx/>
                <a:latin typeface="Pristina" panose="03060402040406080204" pitchFamily="66" charset="0"/>
                <a:ea typeface="Roboto Mono"/>
              </a:rPr>
              <a:t>   </a:t>
            </a:r>
            <a:endParaRPr lang="en-US" sz="1200" b="0" u="none" strike="noStrike" dirty="0">
              <a:solidFill>
                <a:srgbClr val="FFFFFF"/>
              </a:solidFill>
              <a:effectLst/>
              <a:uFillTx/>
              <a:latin typeface="Pristina" panose="03060402040406080204" pitchFamily="66"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2409" y="690242"/>
            <a:ext cx="5010963" cy="28211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Creative Chalkboard Design by Slidesgo">
  <a:themeElements>
    <a:clrScheme name="Simple Light">
      <a:dk1>
        <a:srgbClr val="FFFFFF"/>
      </a:dk1>
      <a:lt1>
        <a:srgbClr val="353535"/>
      </a:lt1>
      <a:dk2>
        <a:srgbClr val="FFFFFF"/>
      </a:dk2>
      <a:lt2>
        <a:srgbClr val="BBBBBB"/>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536</Words>
  <Application>Microsoft Office PowerPoint</Application>
  <PresentationFormat>On-screen Show (16:9)</PresentationFormat>
  <Paragraphs>36</Paragraphs>
  <Slides>13</Slides>
  <Notes>0</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13</vt:i4>
      </vt:variant>
    </vt:vector>
  </HeadingPairs>
  <TitlesOfParts>
    <vt:vector size="30" baseType="lpstr">
      <vt:lpstr>SimSun-ExtB</vt:lpstr>
      <vt:lpstr>Algerian</vt:lpstr>
      <vt:lpstr>Arial</vt:lpstr>
      <vt:lpstr>Arial Black</vt:lpstr>
      <vt:lpstr>Arial Rounded MT Bold</vt:lpstr>
      <vt:lpstr>Bauhaus 93</vt:lpstr>
      <vt:lpstr>Calibri</vt:lpstr>
      <vt:lpstr>OpenSymbol</vt:lpstr>
      <vt:lpstr>Pristina</vt:lpstr>
      <vt:lpstr>Rage Italic</vt:lpstr>
      <vt:lpstr>Roboto Mono</vt:lpstr>
      <vt:lpstr>Symbol</vt:lpstr>
      <vt:lpstr>Vivaldi</vt:lpstr>
      <vt:lpstr>Wingdings</vt:lpstr>
      <vt:lpstr>Xanh Mono</vt:lpstr>
      <vt:lpstr>Creative Chalkboard Design by Slidesgo</vt:lpstr>
      <vt:lpstr>Slidesgo Final Pages</vt:lpstr>
      <vt:lpstr>Shawshank Redemption</vt:lpstr>
      <vt:lpstr>Group Introduction</vt:lpstr>
      <vt:lpstr>Introduction</vt:lpstr>
      <vt:lpstr>Movie Introduction</vt:lpstr>
      <vt:lpstr>Title and Overview</vt:lpstr>
      <vt:lpstr>Director, Year, Genre</vt:lpstr>
      <vt:lpstr>Reason for Choice and Inspirational Message</vt:lpstr>
      <vt:lpstr>Characters and Story</vt:lpstr>
      <vt:lpstr>Main Characters and Their Roles</vt:lpstr>
      <vt:lpstr>Plot Highlights</vt:lpstr>
      <vt:lpstr>Key Themes and Life Lessons</vt:lpstr>
      <vt:lpstr>Termination</vt:lpstr>
      <vt:lpstr>Thanks for your attention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Shawshank Redemption</dc:title>
  <dc:creator>Nafisa Ahmed</dc:creator>
  <cp:lastModifiedBy>Nafisa Ahmed</cp:lastModifiedBy>
  <cp:revision>17</cp:revision>
  <dcterms:created xsi:type="dcterms:W3CDTF">2025-11-17T18:44:40Z</dcterms:created>
  <dcterms:modified xsi:type="dcterms:W3CDTF">2025-11-20T18:53:24Z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13</vt:r8>
  </property>
  <property fmtid="{D5CDD505-2E9C-101B-9397-08002B2CF9AE}" pid="3" name="ICV">
    <vt:lpwstr>6DD8221D29CA4B68AEF45C56814B929B_12</vt:lpwstr>
  </property>
  <property fmtid="{D5CDD505-2E9C-101B-9397-08002B2CF9AE}" pid="4" name="KSOProductBuildVer">
    <vt:lpwstr>1033-12.2.0.23155</vt:lpwstr>
  </property>
</Properties>
</file>